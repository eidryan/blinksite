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Museo Moderno Semi-Bold" charset="1" panose="00000000000000000000"/>
      <p:regular r:id="rId33"/>
    </p:embeddedFont>
    <p:embeddedFont>
      <p:font typeface="Museo Moderno Light" charset="1" panose="00000000000000000000"/>
      <p:regular r:id="rId34"/>
    </p:embeddedFont>
    <p:embeddedFont>
      <p:font typeface="Museo Moderno" charset="1" panose="00000000000000000000"/>
      <p:regular r:id="rId35"/>
    </p:embeddedFont>
    <p:embeddedFont>
      <p:font typeface="Museo Moderno Extra-Light" charset="1" panose="00000000000000000000"/>
      <p:regular r:id="rId36"/>
    </p:embeddedFont>
    <p:embeddedFont>
      <p:font typeface="Museo Moderno Ultra-Bold" charset="1" panose="00000000000000000000"/>
      <p:regular r:id="rId37"/>
    </p:embeddedFont>
    <p:embeddedFont>
      <p:font typeface="Museo Moderno Bold" charset="1" panose="00000000000000000000"/>
      <p:regular r:id="rId38"/>
    </p:embeddedFont>
    <p:embeddedFont>
      <p:font typeface="Noto Serif ExtraCondensed Italics" charset="1" panose="02020502060505090204"/>
      <p:regular r:id="rId39"/>
    </p:embeddedFont>
    <p:embeddedFont>
      <p:font typeface="Times New Roman MT Condensed Bold" charset="1" panose="02030806070405020303"/>
      <p:regular r:id="rId40"/>
    </p:embeddedFont>
    <p:embeddedFont>
      <p:font typeface="Noto Serif ExtraCondensed" charset="1" panose="02020502060505020204"/>
      <p:regular r:id="rId41"/>
    </p:embeddedFont>
    <p:embeddedFont>
      <p:font typeface="Noto Serif Condensed Bold" charset="1" panose="02020502060505020204"/>
      <p:regular r:id="rId42"/>
    </p:embeddedFont>
    <p:embeddedFont>
      <p:font typeface="Noto Serif Condensed" charset="1" panose="02020502060505020204"/>
      <p:regular r:id="rId43"/>
    </p:embeddedFont>
    <p:embeddedFont>
      <p:font typeface="Open Sans Italics" charset="1" panose="020B0606030504020204"/>
      <p:regular r:id="rId44"/>
    </p:embeddedFont>
    <p:embeddedFont>
      <p:font typeface="Noto Serif ExtraCondensed Bold" charset="1" panose="02020502060505020204"/>
      <p:regular r:id="rId45"/>
    </p:embeddedFont>
    <p:embeddedFont>
      <p:font typeface="Noto Serif Condensed Italics" charset="1" panose="02020502060505090204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1212">
            <a:off x="9412392" y="4187318"/>
            <a:ext cx="2595259" cy="1912364"/>
          </a:xfrm>
          <a:custGeom>
            <a:avLst/>
            <a:gdLst/>
            <a:ahLst/>
            <a:cxnLst/>
            <a:rect r="r" b="b" t="t" l="l"/>
            <a:pathLst>
              <a:path h="1912364" w="2595259">
                <a:moveTo>
                  <a:pt x="0" y="0"/>
                </a:moveTo>
                <a:lnTo>
                  <a:pt x="2595259" y="0"/>
                </a:lnTo>
                <a:lnTo>
                  <a:pt x="2595259" y="1912364"/>
                </a:lnTo>
                <a:lnTo>
                  <a:pt x="0" y="1912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957" r="0" b="-546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12921" y="4085445"/>
            <a:ext cx="3000503" cy="19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84"/>
              </a:lnSpc>
              <a:spcBef>
                <a:spcPct val="0"/>
              </a:spcBef>
            </a:pPr>
            <a:r>
              <a:rPr lang="en-US" b="true" sz="11274" spc="-732">
                <a:solidFill>
                  <a:srgbClr val="212121"/>
                </a:solidFill>
                <a:latin typeface="Museo Moderno Semi-Bold"/>
                <a:ea typeface="Museo Moderno Semi-Bold"/>
                <a:cs typeface="Museo Moderno Semi-Bold"/>
                <a:sym typeface="Museo Moderno Semi-Bold"/>
              </a:rPr>
              <a:t>blink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68199" y="4067810"/>
            <a:ext cx="6775697" cy="193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20"/>
              </a:lnSpc>
              <a:spcBef>
                <a:spcPct val="0"/>
              </a:spcBef>
            </a:pPr>
            <a:r>
              <a:rPr lang="en-US" sz="11300" spc="-734">
                <a:solidFill>
                  <a:srgbClr val="212121"/>
                </a:solidFill>
                <a:latin typeface="Museo Moderno Light"/>
                <a:ea typeface="Museo Moderno Light"/>
                <a:cs typeface="Museo Moderno Light"/>
                <a:sym typeface="Museo Moderno Light"/>
              </a:rPr>
              <a:t>slide guide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1212">
            <a:off x="3229346" y="2746886"/>
            <a:ext cx="5554746" cy="4093115"/>
          </a:xfrm>
          <a:custGeom>
            <a:avLst/>
            <a:gdLst/>
            <a:ahLst/>
            <a:cxnLst/>
            <a:rect r="r" b="b" t="t" l="l"/>
            <a:pathLst>
              <a:path h="4093115" w="5554746">
                <a:moveTo>
                  <a:pt x="0" y="0"/>
                </a:moveTo>
                <a:lnTo>
                  <a:pt x="5554746" y="0"/>
                </a:lnTo>
                <a:lnTo>
                  <a:pt x="5554746" y="4093115"/>
                </a:lnTo>
                <a:lnTo>
                  <a:pt x="0" y="4093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957" r="0" b="-546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67303" y="2499765"/>
            <a:ext cx="6422106" cy="413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84"/>
              </a:lnSpc>
              <a:spcBef>
                <a:spcPct val="0"/>
              </a:spcBef>
            </a:pPr>
            <a:r>
              <a:rPr lang="en-US" b="true" sz="24131" spc="-1568">
                <a:solidFill>
                  <a:srgbClr val="212121"/>
                </a:solidFill>
                <a:latin typeface="Museo Moderno Semi-Bold"/>
                <a:ea typeface="Museo Moderno Semi-Bold"/>
                <a:cs typeface="Museo Moderno Semi-Bold"/>
                <a:sym typeface="Museo Moderno Semi-Bold"/>
              </a:rPr>
              <a:t>blink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1212">
            <a:off x="4480614" y="1881634"/>
            <a:ext cx="9326773" cy="6872602"/>
          </a:xfrm>
          <a:custGeom>
            <a:avLst/>
            <a:gdLst/>
            <a:ahLst/>
            <a:cxnLst/>
            <a:rect r="r" b="b" t="t" l="l"/>
            <a:pathLst>
              <a:path h="6872602" w="9326773">
                <a:moveTo>
                  <a:pt x="0" y="0"/>
                </a:moveTo>
                <a:lnTo>
                  <a:pt x="9326772" y="0"/>
                </a:lnTo>
                <a:lnTo>
                  <a:pt x="9326772" y="6872602"/>
                </a:lnTo>
                <a:lnTo>
                  <a:pt x="0" y="687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957" r="0" b="-5460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1212">
            <a:off x="11175231" y="1541988"/>
            <a:ext cx="5513847" cy="4062978"/>
          </a:xfrm>
          <a:custGeom>
            <a:avLst/>
            <a:gdLst/>
            <a:ahLst/>
            <a:cxnLst/>
            <a:rect r="r" b="b" t="t" l="l"/>
            <a:pathLst>
              <a:path h="4062978" w="5513847">
                <a:moveTo>
                  <a:pt x="0" y="0"/>
                </a:moveTo>
                <a:lnTo>
                  <a:pt x="5513847" y="0"/>
                </a:lnTo>
                <a:lnTo>
                  <a:pt x="5513847" y="4062978"/>
                </a:lnTo>
                <a:lnTo>
                  <a:pt x="0" y="406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957" r="0" b="-5460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4736" y="6121042"/>
            <a:ext cx="3383766" cy="338376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361212">
            <a:off x="10626929" y="7610727"/>
            <a:ext cx="2595259" cy="1912364"/>
          </a:xfrm>
          <a:custGeom>
            <a:avLst/>
            <a:gdLst/>
            <a:ahLst/>
            <a:cxnLst/>
            <a:rect r="r" b="b" t="t" l="l"/>
            <a:pathLst>
              <a:path h="1912364" w="2595259">
                <a:moveTo>
                  <a:pt x="0" y="0"/>
                </a:moveTo>
                <a:lnTo>
                  <a:pt x="2595260" y="0"/>
                </a:lnTo>
                <a:lnTo>
                  <a:pt x="2595260" y="1912364"/>
                </a:lnTo>
                <a:lnTo>
                  <a:pt x="0" y="1912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957" r="0" b="-5460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31769" y="1845503"/>
            <a:ext cx="1926638" cy="1967874"/>
          </a:xfrm>
          <a:custGeom>
            <a:avLst/>
            <a:gdLst/>
            <a:ahLst/>
            <a:cxnLst/>
            <a:rect r="r" b="b" t="t" l="l"/>
            <a:pathLst>
              <a:path h="1967874" w="1926638">
                <a:moveTo>
                  <a:pt x="0" y="0"/>
                </a:moveTo>
                <a:lnTo>
                  <a:pt x="1926638" y="0"/>
                </a:lnTo>
                <a:lnTo>
                  <a:pt x="1926638" y="1967873"/>
                </a:lnTo>
                <a:lnTo>
                  <a:pt x="0" y="1967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4" t="0" r="-28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1769" y="6739488"/>
            <a:ext cx="1909700" cy="1938782"/>
          </a:xfrm>
          <a:custGeom>
            <a:avLst/>
            <a:gdLst/>
            <a:ahLst/>
            <a:cxnLst/>
            <a:rect r="r" b="b" t="t" l="l"/>
            <a:pathLst>
              <a:path h="1938782" w="1909700">
                <a:moveTo>
                  <a:pt x="0" y="0"/>
                </a:moveTo>
                <a:lnTo>
                  <a:pt x="1909700" y="0"/>
                </a:lnTo>
                <a:lnTo>
                  <a:pt x="1909700" y="1938782"/>
                </a:lnTo>
                <a:lnTo>
                  <a:pt x="0" y="1938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027459" y="7508854"/>
            <a:ext cx="3000503" cy="19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84"/>
              </a:lnSpc>
              <a:spcBef>
                <a:spcPct val="0"/>
              </a:spcBef>
            </a:pPr>
            <a:r>
              <a:rPr lang="en-US" b="true" sz="11274" spc="-732">
                <a:solidFill>
                  <a:srgbClr val="212121"/>
                </a:solidFill>
                <a:latin typeface="Museo Moderno Semi-Bold"/>
                <a:ea typeface="Museo Moderno Semi-Bold"/>
                <a:cs typeface="Museo Moderno Semi-Bold"/>
                <a:sym typeface="Museo Moderno Semi-Bold"/>
              </a:rPr>
              <a:t>blink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97759" y="1028700"/>
            <a:ext cx="1586788" cy="158678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5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1140" y="1028700"/>
            <a:ext cx="1586788" cy="158678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1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48578" y="1028700"/>
            <a:ext cx="1586788" cy="15867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A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26016" y="1028700"/>
            <a:ext cx="1586788" cy="158678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1A1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303453" y="1028700"/>
            <a:ext cx="1586788" cy="158678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101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1790" y="4350106"/>
            <a:ext cx="1586788" cy="158678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39228" y="4350106"/>
            <a:ext cx="1586788" cy="158678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AF4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350606" y="7389914"/>
            <a:ext cx="1586788" cy="158678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696597" y="2898710"/>
            <a:ext cx="98911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#FFA52E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69482" y="2898710"/>
            <a:ext cx="99010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#FF8A1C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03381" y="2898710"/>
            <a:ext cx="106293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#FF6A00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22324" y="2898710"/>
            <a:ext cx="99417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#F21A1A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08443" y="2898710"/>
            <a:ext cx="97680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#C81010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05277" y="6155517"/>
            <a:ext cx="89981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#212121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13956" y="6155517"/>
            <a:ext cx="10373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#FDFAF4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123807" y="9195777"/>
            <a:ext cx="404038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#FFA52E  →  #FF6A00  →  #F21A1A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82913" y="398487"/>
            <a:ext cx="4593370" cy="113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8"/>
              </a:lnSpc>
              <a:spcBef>
                <a:spcPct val="0"/>
              </a:spcBef>
            </a:pPr>
            <a:r>
              <a:rPr lang="en-US" sz="6749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Tipografia: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410898"/>
            <a:ext cx="9487144" cy="89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9"/>
              </a:lnSpc>
              <a:spcBef>
                <a:spcPct val="0"/>
              </a:spcBef>
            </a:pPr>
            <a:r>
              <a:rPr lang="en-US" sz="5235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Museo Moderno Regular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27557"/>
            <a:ext cx="9698808" cy="89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9"/>
              </a:lnSpc>
              <a:spcBef>
                <a:spcPct val="0"/>
              </a:spcBef>
            </a:pPr>
            <a:r>
              <a:rPr lang="en-US" sz="5235">
                <a:solidFill>
                  <a:srgbClr val="000000"/>
                </a:solidFill>
                <a:latin typeface="Museo Moderno Extra-Light"/>
                <a:ea typeface="Museo Moderno Extra-Light"/>
                <a:cs typeface="Museo Moderno Extra-Light"/>
                <a:sym typeface="Museo Moderno Extra-Light"/>
              </a:rPr>
              <a:t>Museo Moderno Extraleve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873" y="6194239"/>
            <a:ext cx="10531017" cy="89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9"/>
              </a:lnSpc>
              <a:spcBef>
                <a:spcPct val="0"/>
              </a:spcBef>
            </a:pPr>
            <a:r>
              <a:rPr lang="en-US" b="true" sz="5235">
                <a:solidFill>
                  <a:srgbClr val="000000"/>
                </a:solidFill>
                <a:latin typeface="Museo Moderno Semi-Bold"/>
                <a:ea typeface="Museo Moderno Semi-Bold"/>
                <a:cs typeface="Museo Moderno Semi-Bold"/>
                <a:sym typeface="Museo Moderno Semi-Bold"/>
              </a:rPr>
              <a:t>Museo Moderno Seminegrito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873" y="8072057"/>
            <a:ext cx="11050079" cy="89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9"/>
              </a:lnSpc>
              <a:spcBef>
                <a:spcPct val="0"/>
              </a:spcBef>
            </a:pPr>
            <a:r>
              <a:rPr lang="en-US" b="true" sz="5235">
                <a:solidFill>
                  <a:srgbClr val="000000"/>
                </a:solidFill>
                <a:latin typeface="Museo Moderno Ultra-Bold"/>
                <a:ea typeface="Museo Moderno Ultra-Bold"/>
                <a:cs typeface="Museo Moderno Ultra-Bold"/>
                <a:sym typeface="Museo Moderno Ultra-Bold"/>
              </a:rPr>
              <a:t>Museo Moderno Extranegrito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55345" y="9488355"/>
            <a:ext cx="5479967" cy="45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3"/>
              </a:lnSpc>
              <a:spcBef>
                <a:spcPct val="0"/>
              </a:spcBef>
            </a:pPr>
            <a:r>
              <a:rPr lang="en-US" sz="2680">
                <a:solidFill>
                  <a:srgbClr val="C81010"/>
                </a:solidFill>
                <a:latin typeface="Museo Moderno"/>
                <a:ea typeface="Museo Moderno"/>
                <a:cs typeface="Museo Moderno"/>
                <a:sym typeface="Museo Moderno"/>
              </a:rPr>
              <a:t>Nota: Usar com espaçamento -50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82913" y="398487"/>
            <a:ext cx="4593370" cy="113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8"/>
              </a:lnSpc>
              <a:spcBef>
                <a:spcPct val="0"/>
              </a:spcBef>
            </a:pPr>
            <a:r>
              <a:rPr lang="en-US" sz="6749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Tipografia: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72318" y="-357459"/>
            <a:ext cx="14456695" cy="14676848"/>
          </a:xfrm>
          <a:custGeom>
            <a:avLst/>
            <a:gdLst/>
            <a:ahLst/>
            <a:cxnLst/>
            <a:rect r="r" b="b" t="t" l="l"/>
            <a:pathLst>
              <a:path h="14676848" w="14456695">
                <a:moveTo>
                  <a:pt x="0" y="0"/>
                </a:moveTo>
                <a:lnTo>
                  <a:pt x="14456695" y="0"/>
                </a:lnTo>
                <a:lnTo>
                  <a:pt x="14456695" y="14676848"/>
                </a:lnTo>
                <a:lnTo>
                  <a:pt x="0" y="14676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1212">
            <a:off x="13262983" y="642900"/>
            <a:ext cx="2067027" cy="1523126"/>
          </a:xfrm>
          <a:custGeom>
            <a:avLst/>
            <a:gdLst/>
            <a:ahLst/>
            <a:cxnLst/>
            <a:rect r="r" b="b" t="t" l="l"/>
            <a:pathLst>
              <a:path h="1523126" w="2067027">
                <a:moveTo>
                  <a:pt x="0" y="0"/>
                </a:moveTo>
                <a:lnTo>
                  <a:pt x="2067026" y="0"/>
                </a:lnTo>
                <a:lnTo>
                  <a:pt x="2067026" y="1523126"/>
                </a:lnTo>
                <a:lnTo>
                  <a:pt x="0" y="1523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957" r="0" b="-5460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74914" y="540100"/>
            <a:ext cx="2389788" cy="154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71"/>
              </a:lnSpc>
              <a:spcBef>
                <a:spcPct val="0"/>
              </a:spcBef>
            </a:pPr>
            <a:r>
              <a:rPr lang="en-US" b="true" sz="8979" spc="-583">
                <a:solidFill>
                  <a:srgbClr val="FDFAF4"/>
                </a:solidFill>
                <a:latin typeface="Museo Moderno Semi-Bold"/>
                <a:ea typeface="Museo Moderno Semi-Bold"/>
                <a:cs typeface="Museo Moderno Semi-Bold"/>
                <a:sym typeface="Museo Moderno Semi-Bold"/>
              </a:rPr>
              <a:t>blink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1212">
            <a:off x="12154813" y="426506"/>
            <a:ext cx="2595259" cy="1912364"/>
          </a:xfrm>
          <a:custGeom>
            <a:avLst/>
            <a:gdLst/>
            <a:ahLst/>
            <a:cxnLst/>
            <a:rect r="r" b="b" t="t" l="l"/>
            <a:pathLst>
              <a:path h="1912364" w="2595259">
                <a:moveTo>
                  <a:pt x="0" y="0"/>
                </a:moveTo>
                <a:lnTo>
                  <a:pt x="2595260" y="0"/>
                </a:lnTo>
                <a:lnTo>
                  <a:pt x="2595260" y="1912364"/>
                </a:lnTo>
                <a:lnTo>
                  <a:pt x="0" y="1912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957" r="0" b="-546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55343" y="324633"/>
            <a:ext cx="3000503" cy="19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84"/>
              </a:lnSpc>
              <a:spcBef>
                <a:spcPct val="0"/>
              </a:spcBef>
            </a:pPr>
            <a:r>
              <a:rPr lang="en-US" b="true" sz="11274" spc="-732">
                <a:solidFill>
                  <a:srgbClr val="212121"/>
                </a:solidFill>
                <a:latin typeface="Museo Moderno Semi-Bold"/>
                <a:ea typeface="Museo Moderno Semi-Bold"/>
                <a:cs typeface="Museo Moderno Semi-Bold"/>
                <a:sym typeface="Museo Moderno Semi-Bold"/>
              </a:rPr>
              <a:t>blink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361212">
            <a:off x="-5158886" y="363446"/>
            <a:ext cx="15845871" cy="13113649"/>
          </a:xfrm>
          <a:custGeom>
            <a:avLst/>
            <a:gdLst/>
            <a:ahLst/>
            <a:cxnLst/>
            <a:rect r="r" b="b" t="t" l="l"/>
            <a:pathLst>
              <a:path h="13113649" w="15845871">
                <a:moveTo>
                  <a:pt x="0" y="0"/>
                </a:moveTo>
                <a:lnTo>
                  <a:pt x="15845871" y="0"/>
                </a:lnTo>
                <a:lnTo>
                  <a:pt x="15845871" y="13113649"/>
                </a:lnTo>
                <a:lnTo>
                  <a:pt x="0" y="13113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</a:blip>
            <a:stretch>
              <a:fillRect l="0" t="-32631" r="0" b="-48621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72318" y="-357459"/>
            <a:ext cx="14456695" cy="14676848"/>
          </a:xfrm>
          <a:custGeom>
            <a:avLst/>
            <a:gdLst/>
            <a:ahLst/>
            <a:cxnLst/>
            <a:rect r="r" b="b" t="t" l="l"/>
            <a:pathLst>
              <a:path h="14676848" w="14456695">
                <a:moveTo>
                  <a:pt x="0" y="0"/>
                </a:moveTo>
                <a:lnTo>
                  <a:pt x="14456695" y="0"/>
                </a:lnTo>
                <a:lnTo>
                  <a:pt x="14456695" y="14676848"/>
                </a:lnTo>
                <a:lnTo>
                  <a:pt x="0" y="14676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4085" y="0"/>
            <a:ext cx="19392085" cy="10287000"/>
          </a:xfrm>
          <a:custGeom>
            <a:avLst/>
            <a:gdLst/>
            <a:ahLst/>
            <a:cxnLst/>
            <a:rect r="r" b="b" t="t" l="l"/>
            <a:pathLst>
              <a:path h="10287000" w="19392085">
                <a:moveTo>
                  <a:pt x="0" y="0"/>
                </a:moveTo>
                <a:lnTo>
                  <a:pt x="19392085" y="0"/>
                </a:lnTo>
                <a:lnTo>
                  <a:pt x="193920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2797" r="0" b="-12797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68091" y="1028700"/>
            <a:ext cx="4653098" cy="4518144"/>
            <a:chOff x="0" y="0"/>
            <a:chExt cx="6204131" cy="602419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909392"/>
              <a:ext cx="4114800" cy="411480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460931" y="1223592"/>
              <a:ext cx="2743200" cy="2743200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205408" y="0"/>
              <a:ext cx="1909392" cy="1909392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10238841">
            <a:off x="1951354" y="6364358"/>
            <a:ext cx="1711990" cy="171199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28181" lIns="28181" bIns="28181" rIns="2818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10238841">
            <a:off x="1252961" y="7529504"/>
            <a:ext cx="1141327" cy="114132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28181" lIns="28181" bIns="28181" rIns="2818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10238841">
            <a:off x="2223911" y="8263347"/>
            <a:ext cx="794415" cy="79441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28181" lIns="28181" bIns="28181" rIns="2818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0800000">
            <a:off x="5800145" y="7988103"/>
            <a:ext cx="6687710" cy="112065"/>
            <a:chOff x="0" y="0"/>
            <a:chExt cx="1645074" cy="275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5074" cy="27566"/>
            </a:xfrm>
            <a:custGeom>
              <a:avLst/>
              <a:gdLst/>
              <a:ahLst/>
              <a:cxnLst/>
              <a:rect r="r" b="b" t="t" l="l"/>
              <a:pathLst>
                <a:path h="27566" w="1645074">
                  <a:moveTo>
                    <a:pt x="0" y="0"/>
                  </a:moveTo>
                  <a:lnTo>
                    <a:pt x="1645074" y="0"/>
                  </a:lnTo>
                  <a:lnTo>
                    <a:pt x="1645074" y="27566"/>
                  </a:lnTo>
                  <a:lnTo>
                    <a:pt x="0" y="27566"/>
                  </a:ln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45074" cy="65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2378461">
            <a:off x="7989043" y="4391887"/>
            <a:ext cx="2309914" cy="230991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094640" y="7444351"/>
            <a:ext cx="1672681" cy="167268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F21A1A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FA52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8700" y="885825"/>
            <a:ext cx="4760119" cy="125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4"/>
              </a:lnSpc>
              <a:spcBef>
                <a:spcPct val="0"/>
              </a:spcBef>
            </a:pPr>
            <a:r>
              <a:rPr lang="en-US" b="true" sz="7310">
                <a:solidFill>
                  <a:srgbClr val="212121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elementos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45795" y="4445769"/>
            <a:ext cx="6196410" cy="125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4"/>
              </a:lnSpc>
              <a:spcBef>
                <a:spcPct val="0"/>
              </a:spcBef>
            </a:pPr>
            <a:r>
              <a:rPr lang="en-US" b="true" sz="7310">
                <a:solidFill>
                  <a:srgbClr val="212121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COMO USAR?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4085" y="0"/>
            <a:ext cx="19392085" cy="10287000"/>
          </a:xfrm>
          <a:custGeom>
            <a:avLst/>
            <a:gdLst/>
            <a:ahLst/>
            <a:cxnLst/>
            <a:rect r="r" b="b" t="t" l="l"/>
            <a:pathLst>
              <a:path h="10287000" w="19392085">
                <a:moveTo>
                  <a:pt x="0" y="0"/>
                </a:moveTo>
                <a:lnTo>
                  <a:pt x="19392085" y="0"/>
                </a:lnTo>
                <a:lnTo>
                  <a:pt x="193920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2797" r="0" b="-1279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37886"/>
            <a:ext cx="9136360" cy="35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80"/>
              </a:lnSpc>
            </a:pPr>
            <a:r>
              <a:rPr lang="en-US" b="true" sz="12414">
                <a:solidFill>
                  <a:srgbClr val="212121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PROPOSTA</a:t>
            </a:r>
          </a:p>
          <a:p>
            <a:pPr algn="l">
              <a:lnSpc>
                <a:spcPts val="13780"/>
              </a:lnSpc>
            </a:pPr>
            <a:r>
              <a:rPr lang="en-US" sz="12414">
                <a:solidFill>
                  <a:srgbClr val="212121"/>
                </a:solidFill>
                <a:latin typeface="Museo Moderno"/>
                <a:ea typeface="Museo Moderno"/>
                <a:cs typeface="Museo Moderno"/>
                <a:sym typeface="Museo Moderno"/>
              </a:rPr>
              <a:t>COMERCIAL</a:t>
            </a:r>
          </a:p>
        </p:txBody>
      </p:sp>
      <p:grpSp>
        <p:nvGrpSpPr>
          <p:cNvPr name="Group 4" id="4"/>
          <p:cNvGrpSpPr/>
          <p:nvPr/>
        </p:nvGrpSpPr>
        <p:grpSpPr>
          <a:xfrm rot="-10800000">
            <a:off x="1028700" y="7376584"/>
            <a:ext cx="6599666" cy="961226"/>
            <a:chOff x="0" y="0"/>
            <a:chExt cx="1738184" cy="25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8183" cy="253162"/>
            </a:xfrm>
            <a:custGeom>
              <a:avLst/>
              <a:gdLst/>
              <a:ahLst/>
              <a:cxnLst/>
              <a:rect r="r" b="b" t="t" l="l"/>
              <a:pathLst>
                <a:path h="253162" w="1738183">
                  <a:moveTo>
                    <a:pt x="59827" y="0"/>
                  </a:moveTo>
                  <a:lnTo>
                    <a:pt x="1678356" y="0"/>
                  </a:lnTo>
                  <a:cubicBezTo>
                    <a:pt x="1694224" y="0"/>
                    <a:pt x="1709441" y="6303"/>
                    <a:pt x="1720660" y="17523"/>
                  </a:cubicBezTo>
                  <a:cubicBezTo>
                    <a:pt x="1731880" y="28743"/>
                    <a:pt x="1738183" y="43960"/>
                    <a:pt x="1738183" y="59827"/>
                  </a:cubicBezTo>
                  <a:lnTo>
                    <a:pt x="1738183" y="193335"/>
                  </a:lnTo>
                  <a:cubicBezTo>
                    <a:pt x="1738183" y="209202"/>
                    <a:pt x="1731880" y="224420"/>
                    <a:pt x="1720660" y="235639"/>
                  </a:cubicBezTo>
                  <a:cubicBezTo>
                    <a:pt x="1709441" y="246859"/>
                    <a:pt x="1694224" y="253162"/>
                    <a:pt x="1678356" y="253162"/>
                  </a:cubicBezTo>
                  <a:lnTo>
                    <a:pt x="59827" y="253162"/>
                  </a:lnTo>
                  <a:cubicBezTo>
                    <a:pt x="43960" y="253162"/>
                    <a:pt x="28743" y="246859"/>
                    <a:pt x="17523" y="235639"/>
                  </a:cubicBezTo>
                  <a:cubicBezTo>
                    <a:pt x="6303" y="224420"/>
                    <a:pt x="0" y="209202"/>
                    <a:pt x="0" y="193335"/>
                  </a:cubicBezTo>
                  <a:lnTo>
                    <a:pt x="0" y="59827"/>
                  </a:lnTo>
                  <a:cubicBezTo>
                    <a:pt x="0" y="43960"/>
                    <a:pt x="6303" y="28743"/>
                    <a:pt x="17523" y="17523"/>
                  </a:cubicBezTo>
                  <a:cubicBezTo>
                    <a:pt x="28743" y="6303"/>
                    <a:pt x="43960" y="0"/>
                    <a:pt x="59827" y="0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38184" cy="291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566015" y="3760812"/>
            <a:ext cx="5693285" cy="2765375"/>
            <a:chOff x="0" y="0"/>
            <a:chExt cx="7591047" cy="3687167"/>
          </a:xfrm>
        </p:grpSpPr>
        <p:sp>
          <p:nvSpPr>
            <p:cNvPr name="Freeform 8" id="8"/>
            <p:cNvSpPr/>
            <p:nvPr/>
          </p:nvSpPr>
          <p:spPr>
            <a:xfrm flipH="false" flipV="false" rot="1361212">
              <a:off x="357856" y="568674"/>
              <a:ext cx="3460346" cy="2549819"/>
            </a:xfrm>
            <a:custGeom>
              <a:avLst/>
              <a:gdLst/>
              <a:ahLst/>
              <a:cxnLst/>
              <a:rect r="r" b="b" t="t" l="l"/>
              <a:pathLst>
                <a:path h="2549819" w="3460346">
                  <a:moveTo>
                    <a:pt x="0" y="0"/>
                  </a:moveTo>
                  <a:lnTo>
                    <a:pt x="3460346" y="0"/>
                  </a:lnTo>
                  <a:lnTo>
                    <a:pt x="3460346" y="2549819"/>
                  </a:lnTo>
                  <a:lnTo>
                    <a:pt x="0" y="2549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957" r="0" b="-5460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590377" y="499519"/>
              <a:ext cx="4000671" cy="2488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784"/>
                </a:lnSpc>
                <a:spcBef>
                  <a:spcPct val="0"/>
                </a:spcBef>
              </a:pPr>
              <a:r>
                <a:rPr lang="en-US" b="true" sz="11274" spc="-732">
                  <a:solidFill>
                    <a:srgbClr val="212121"/>
                  </a:solidFill>
                  <a:latin typeface="Museo Moderno Semi-Bold"/>
                  <a:ea typeface="Museo Moderno Semi-Bold"/>
                  <a:cs typeface="Museo Moderno Semi-Bold"/>
                  <a:sym typeface="Museo Moderno Semi-Bold"/>
                </a:rPr>
                <a:t>blink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46834" y="7628402"/>
            <a:ext cx="5981531" cy="48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0"/>
              </a:lnSpc>
            </a:pPr>
            <a:r>
              <a:rPr lang="en-US" b="true" sz="3504">
                <a:solidFill>
                  <a:srgbClr val="212121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19/02/2026 - Cosquinha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01648" y="4782649"/>
            <a:ext cx="11270878" cy="294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i="true">
                <a:solidFill>
                  <a:srgbClr val="000000"/>
                </a:solidFill>
                <a:latin typeface="Noto Serif ExtraCondensed Italics"/>
                <a:ea typeface="Noto Serif ExtraCondensed Italics"/>
                <a:cs typeface="Noto Serif ExtraCondensed Italics"/>
                <a:sym typeface="Noto Serif ExtraCondensed Italics"/>
              </a:rPr>
              <a:t>“Pode haver tanto valor em um piscar de olhos quanto em meses de análise racional.”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1023481" y="-7348151"/>
            <a:ext cx="6881416" cy="2303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325"/>
              </a:lnSpc>
              <a:spcBef>
                <a:spcPct val="0"/>
              </a:spcBef>
            </a:pPr>
            <a:r>
              <a:rPr lang="en-US" b="true" sz="120946">
                <a:gradFill>
                  <a:gsLst>
                    <a:gs pos="0">
                      <a:srgbClr val="FFA52E">
                        <a:alpha val="100000"/>
                      </a:srgbClr>
                    </a:gs>
                    <a:gs pos="50000">
                      <a:srgbClr val="FF6A00">
                        <a:alpha val="100000"/>
                      </a:srgbClr>
                    </a:gs>
                    <a:gs pos="100000">
                      <a:srgbClr val="F21A1A">
                        <a:alpha val="100000"/>
                      </a:srgbClr>
                    </a:gs>
                  </a:gsLst>
                  <a:lin ang="0"/>
                </a:gra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“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361212">
            <a:off x="16314296" y="8552496"/>
            <a:ext cx="1370868" cy="1010149"/>
          </a:xfrm>
          <a:custGeom>
            <a:avLst/>
            <a:gdLst/>
            <a:ahLst/>
            <a:cxnLst/>
            <a:rect r="r" b="b" t="t" l="l"/>
            <a:pathLst>
              <a:path h="1010149" w="1370868">
                <a:moveTo>
                  <a:pt x="0" y="0"/>
                </a:moveTo>
                <a:lnTo>
                  <a:pt x="1370868" y="0"/>
                </a:lnTo>
                <a:lnTo>
                  <a:pt x="1370868" y="1010149"/>
                </a:lnTo>
                <a:lnTo>
                  <a:pt x="0" y="1010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957" r="0" b="-5460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04085" y="0"/>
            <a:ext cx="19392085" cy="10287000"/>
          </a:xfrm>
          <a:custGeom>
            <a:avLst/>
            <a:gdLst/>
            <a:ahLst/>
            <a:cxnLst/>
            <a:rect r="r" b="b" t="t" l="l"/>
            <a:pathLst>
              <a:path h="10287000" w="19392085">
                <a:moveTo>
                  <a:pt x="0" y="0"/>
                </a:moveTo>
                <a:lnTo>
                  <a:pt x="19392085" y="0"/>
                </a:lnTo>
                <a:lnTo>
                  <a:pt x="193920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0" t="-12797" r="0" b="-12797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280407" y="-3495343"/>
            <a:ext cx="32568407" cy="21698701"/>
          </a:xfrm>
          <a:custGeom>
            <a:avLst/>
            <a:gdLst/>
            <a:ahLst/>
            <a:cxnLst/>
            <a:rect r="r" b="b" t="t" l="l"/>
            <a:pathLst>
              <a:path h="21698701" w="32568407">
                <a:moveTo>
                  <a:pt x="0" y="0"/>
                </a:moveTo>
                <a:lnTo>
                  <a:pt x="32568407" y="0"/>
                </a:lnTo>
                <a:lnTo>
                  <a:pt x="32568407" y="21698701"/>
                </a:lnTo>
                <a:lnTo>
                  <a:pt x="0" y="21698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425973" y="4533336"/>
            <a:ext cx="19139946" cy="0"/>
          </a:xfrm>
          <a:prstGeom prst="line">
            <a:avLst/>
          </a:prstGeom>
          <a:ln cap="flat" w="38100">
            <a:gradFill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550799" y="4921819"/>
            <a:ext cx="3086100" cy="997242"/>
            <a:chOff x="0" y="0"/>
            <a:chExt cx="812800" cy="262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62648"/>
            </a:xfrm>
            <a:custGeom>
              <a:avLst/>
              <a:gdLst/>
              <a:ahLst/>
              <a:cxnLst/>
              <a:rect r="r" b="b" t="t" l="l"/>
              <a:pathLst>
                <a:path h="262648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34707"/>
                  </a:lnTo>
                  <a:cubicBezTo>
                    <a:pt x="812800" y="168639"/>
                    <a:pt x="799321" y="201182"/>
                    <a:pt x="775327" y="225175"/>
                  </a:cubicBezTo>
                  <a:cubicBezTo>
                    <a:pt x="751333" y="249169"/>
                    <a:pt x="718791" y="262648"/>
                    <a:pt x="684859" y="262648"/>
                  </a:cubicBezTo>
                  <a:lnTo>
                    <a:pt x="127941" y="262648"/>
                  </a:lnTo>
                  <a:cubicBezTo>
                    <a:pt x="94009" y="262648"/>
                    <a:pt x="61467" y="249169"/>
                    <a:pt x="37473" y="225175"/>
                  </a:cubicBezTo>
                  <a:cubicBezTo>
                    <a:pt x="13479" y="201182"/>
                    <a:pt x="0" y="168639"/>
                    <a:pt x="0" y="134707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300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80457" y="1123950"/>
            <a:ext cx="5174312" cy="279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0"/>
              </a:lnSpc>
            </a:pPr>
            <a:r>
              <a:rPr lang="en-US" b="true" sz="9901">
                <a:solidFill>
                  <a:srgbClr val="FDFAF4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QUEM SOMOS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98191" y="1040836"/>
            <a:ext cx="8508150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DFAF4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A Blink desenvolve </a:t>
            </a:r>
            <a:r>
              <a:rPr lang="en-US" sz="3999">
                <a:gradFill>
                  <a:gsLst>
                    <a:gs pos="0">
                      <a:srgbClr val="FFA52E">
                        <a:alpha val="100000"/>
                      </a:srgbClr>
                    </a:gs>
                    <a:gs pos="50000">
                      <a:srgbClr val="FF6A00">
                        <a:alpha val="100000"/>
                      </a:srgbClr>
                    </a:gs>
                    <a:gs pos="100000">
                      <a:srgbClr val="F21A1A">
                        <a:alpha val="100000"/>
                      </a:srgbClr>
                    </a:gs>
                  </a:gsLst>
                  <a:lin ang="0"/>
                </a:gra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soluçõ</a:t>
            </a:r>
            <a:r>
              <a:rPr lang="en-US" sz="3999">
                <a:gradFill>
                  <a:gsLst>
                    <a:gs pos="0">
                      <a:srgbClr val="FFA52E">
                        <a:alpha val="100000"/>
                      </a:srgbClr>
                    </a:gs>
                    <a:gs pos="50000">
                      <a:srgbClr val="FF6A00">
                        <a:alpha val="100000"/>
                      </a:srgbClr>
                    </a:gs>
                    <a:gs pos="100000">
                      <a:srgbClr val="F21A1A">
                        <a:alpha val="100000"/>
                      </a:srgbClr>
                    </a:gs>
                  </a:gsLst>
                  <a:lin ang="0"/>
                </a:gra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es digitais</a:t>
            </a:r>
            <a:r>
              <a:rPr lang="en-US" sz="3999">
                <a:solidFill>
                  <a:srgbClr val="FDFAF4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 e automações sob medida que transformam processos manuais em sistemas eficientes, replicáveis e </a:t>
            </a:r>
            <a:r>
              <a:rPr lang="en-US" sz="3999">
                <a:gradFill>
                  <a:gsLst>
                    <a:gs pos="0">
                      <a:srgbClr val="FFA52E">
                        <a:alpha val="100000"/>
                      </a:srgbClr>
                    </a:gs>
                    <a:gs pos="50000">
                      <a:srgbClr val="FF6A00">
                        <a:alpha val="100000"/>
                      </a:srgbClr>
                    </a:gs>
                    <a:gs pos="100000">
                      <a:srgbClr val="F21A1A">
                        <a:alpha val="100000"/>
                      </a:srgbClr>
                    </a:gs>
                  </a:gsLst>
                  <a:lin ang="0"/>
                </a:gra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orientados por dados.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77014" y="5023513"/>
            <a:ext cx="2433669" cy="76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4463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MISSÃO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00950" y="4921819"/>
            <a:ext cx="3086100" cy="997242"/>
            <a:chOff x="0" y="0"/>
            <a:chExt cx="812800" cy="2626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262648"/>
            </a:xfrm>
            <a:custGeom>
              <a:avLst/>
              <a:gdLst/>
              <a:ahLst/>
              <a:cxnLst/>
              <a:rect r="r" b="b" t="t" l="l"/>
              <a:pathLst>
                <a:path h="262648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34707"/>
                  </a:lnTo>
                  <a:cubicBezTo>
                    <a:pt x="812800" y="168639"/>
                    <a:pt x="799321" y="201182"/>
                    <a:pt x="775327" y="225175"/>
                  </a:cubicBezTo>
                  <a:cubicBezTo>
                    <a:pt x="751333" y="249169"/>
                    <a:pt x="718791" y="262648"/>
                    <a:pt x="684859" y="262648"/>
                  </a:cubicBezTo>
                  <a:lnTo>
                    <a:pt x="127941" y="262648"/>
                  </a:lnTo>
                  <a:cubicBezTo>
                    <a:pt x="94009" y="262648"/>
                    <a:pt x="61467" y="249169"/>
                    <a:pt x="37473" y="225175"/>
                  </a:cubicBezTo>
                  <a:cubicBezTo>
                    <a:pt x="13479" y="201182"/>
                    <a:pt x="0" y="168639"/>
                    <a:pt x="0" y="134707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300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166847" y="5023513"/>
            <a:ext cx="1954305" cy="80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4"/>
              </a:lnSpc>
              <a:spcBef>
                <a:spcPct val="0"/>
              </a:spcBef>
            </a:pPr>
            <a:r>
              <a:rPr lang="en-US" sz="4731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VISÃO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320241" y="4921819"/>
            <a:ext cx="3086100" cy="997242"/>
            <a:chOff x="0" y="0"/>
            <a:chExt cx="812800" cy="262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262648"/>
            </a:xfrm>
            <a:custGeom>
              <a:avLst/>
              <a:gdLst/>
              <a:ahLst/>
              <a:cxnLst/>
              <a:rect r="r" b="b" t="t" l="l"/>
              <a:pathLst>
                <a:path h="262648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34707"/>
                  </a:lnTo>
                  <a:cubicBezTo>
                    <a:pt x="812800" y="168639"/>
                    <a:pt x="799321" y="201182"/>
                    <a:pt x="775327" y="225175"/>
                  </a:cubicBezTo>
                  <a:cubicBezTo>
                    <a:pt x="751333" y="249169"/>
                    <a:pt x="718791" y="262648"/>
                    <a:pt x="684859" y="262648"/>
                  </a:cubicBezTo>
                  <a:lnTo>
                    <a:pt x="127941" y="262648"/>
                  </a:lnTo>
                  <a:cubicBezTo>
                    <a:pt x="94009" y="262648"/>
                    <a:pt x="61467" y="249169"/>
                    <a:pt x="37473" y="225175"/>
                  </a:cubicBezTo>
                  <a:cubicBezTo>
                    <a:pt x="13479" y="201182"/>
                    <a:pt x="0" y="168639"/>
                    <a:pt x="0" y="134707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300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537636" y="4991737"/>
            <a:ext cx="2651310" cy="80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6"/>
              </a:lnSpc>
              <a:spcBef>
                <a:spcPct val="0"/>
              </a:spcBef>
            </a:pPr>
            <a:r>
              <a:rPr lang="en-US" sz="4690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VALORES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0457" y="6252436"/>
            <a:ext cx="4768928" cy="2548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  <a:spcBef>
                <a:spcPct val="0"/>
              </a:spcBef>
            </a:pPr>
            <a:r>
              <a:rPr lang="en-US" sz="2425">
                <a:solidFill>
                  <a:srgbClr val="FFFFFF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Entregar soluções digitais e automações sob medida que transformam operações manuais em sistemas replicáveis, com entregas semanais, co-criação com o cliente e impacto operacional mensurável.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57394" y="6144891"/>
            <a:ext cx="5194872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Ser referência regional para pequenas e médias empresas que querem sair do operacional para o estratégico — reconhecida por soluções rápidas, confiáveis e fáceis de operar, e por clientes fidelizados que crescem com nossas ferramentas.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188946" y="147645"/>
            <a:ext cx="1909700" cy="1938782"/>
          </a:xfrm>
          <a:custGeom>
            <a:avLst/>
            <a:gdLst/>
            <a:ahLst/>
            <a:cxnLst/>
            <a:rect r="r" b="b" t="t" l="l"/>
            <a:pathLst>
              <a:path h="1938782" w="1909700">
                <a:moveTo>
                  <a:pt x="0" y="0"/>
                </a:moveTo>
                <a:lnTo>
                  <a:pt x="1909701" y="0"/>
                </a:lnTo>
                <a:lnTo>
                  <a:pt x="1909701" y="1938782"/>
                </a:lnTo>
                <a:lnTo>
                  <a:pt x="0" y="1938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280407" y="-3571701"/>
            <a:ext cx="32568407" cy="21698701"/>
          </a:xfrm>
          <a:custGeom>
            <a:avLst/>
            <a:gdLst/>
            <a:ahLst/>
            <a:cxnLst/>
            <a:rect r="r" b="b" t="t" l="l"/>
            <a:pathLst>
              <a:path h="21698701" w="32568407">
                <a:moveTo>
                  <a:pt x="0" y="0"/>
                </a:moveTo>
                <a:lnTo>
                  <a:pt x="32568407" y="0"/>
                </a:lnTo>
                <a:lnTo>
                  <a:pt x="32568407" y="21698701"/>
                </a:lnTo>
                <a:lnTo>
                  <a:pt x="0" y="21698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36494" y="2682975"/>
            <a:ext cx="19139946" cy="0"/>
          </a:xfrm>
          <a:prstGeom prst="line">
            <a:avLst/>
          </a:prstGeom>
          <a:ln cap="flat" w="38100">
            <a:gradFill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767142" y="3249245"/>
            <a:ext cx="2321843" cy="232184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w="38100" cap="sq">
              <a:gradFill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331670" y="3249245"/>
            <a:ext cx="2321843" cy="232184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71347" t="-78991" r="-63702" b="-56058"/>
              </a:stretch>
            </a:blipFill>
            <a:ln w="38100" cap="sq">
              <a:gradFill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951910" y="930040"/>
            <a:ext cx="8763137" cy="140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0"/>
              </a:lnSpc>
            </a:pPr>
            <a:r>
              <a:rPr lang="en-US" sz="9901" b="true">
                <a:solidFill>
                  <a:srgbClr val="FDFAF4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FUNDADORES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64314" y="6066387"/>
            <a:ext cx="332749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DFAF4"/>
                </a:solidFill>
                <a:latin typeface="Noto Serif Condensed Bold"/>
                <a:ea typeface="Noto Serif Condensed Bold"/>
                <a:cs typeface="Noto Serif Condensed Bold"/>
                <a:sym typeface="Noto Serif Condensed Bold"/>
              </a:rPr>
              <a:t>Luan Carvalho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18976" y="6066387"/>
            <a:ext cx="2991445" cy="65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9"/>
              </a:lnSpc>
              <a:spcBef>
                <a:spcPct val="0"/>
              </a:spcBef>
            </a:pPr>
            <a:r>
              <a:rPr lang="en-US" b="true" sz="3806">
                <a:solidFill>
                  <a:srgbClr val="FDFAF4"/>
                </a:solidFill>
                <a:latin typeface="Noto Serif Condensed Bold"/>
                <a:ea typeface="Noto Serif Condensed Bold"/>
                <a:cs typeface="Noto Serif Condensed Bold"/>
                <a:sym typeface="Noto Serif Condensed Bold"/>
              </a:rPr>
              <a:t>Adrian Villela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32092" y="6945862"/>
            <a:ext cx="177760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DFAF4"/>
                </a:solidFill>
                <a:latin typeface="Noto Serif Condensed"/>
                <a:ea typeface="Noto Serif Condensed"/>
                <a:cs typeface="Noto Serif Condensed"/>
                <a:sym typeface="Noto Serif Condensed"/>
              </a:rPr>
              <a:t>Descrição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82984" y="6945862"/>
            <a:ext cx="177760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DFAF4"/>
                </a:solidFill>
                <a:latin typeface="Noto Serif Condensed"/>
                <a:ea typeface="Noto Serif Condensed"/>
                <a:cs typeface="Noto Serif Condensed"/>
                <a:sym typeface="Noto Serif Condensed"/>
              </a:rPr>
              <a:t>Descrição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188946" y="147645"/>
            <a:ext cx="1909700" cy="1938782"/>
          </a:xfrm>
          <a:custGeom>
            <a:avLst/>
            <a:gdLst/>
            <a:ahLst/>
            <a:cxnLst/>
            <a:rect r="r" b="b" t="t" l="l"/>
            <a:pathLst>
              <a:path h="1938782" w="1909700">
                <a:moveTo>
                  <a:pt x="0" y="0"/>
                </a:moveTo>
                <a:lnTo>
                  <a:pt x="1909701" y="0"/>
                </a:lnTo>
                <a:lnTo>
                  <a:pt x="1909701" y="1938782"/>
                </a:lnTo>
                <a:lnTo>
                  <a:pt x="0" y="1938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77983" y="0"/>
            <a:ext cx="25168347" cy="12824071"/>
          </a:xfrm>
          <a:custGeom>
            <a:avLst/>
            <a:gdLst/>
            <a:ahLst/>
            <a:cxnLst/>
            <a:rect r="r" b="b" t="t" l="l"/>
            <a:pathLst>
              <a:path h="12824071" w="25168347">
                <a:moveTo>
                  <a:pt x="0" y="0"/>
                </a:moveTo>
                <a:lnTo>
                  <a:pt x="25168347" y="0"/>
                </a:lnTo>
                <a:lnTo>
                  <a:pt x="25168347" y="12824071"/>
                </a:lnTo>
                <a:lnTo>
                  <a:pt x="0" y="12824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378" r="0" b="-1537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03887" y="792090"/>
            <a:ext cx="9395706" cy="1508698"/>
            <a:chOff x="0" y="0"/>
            <a:chExt cx="2474589" cy="3973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74589" cy="397353"/>
            </a:xfrm>
            <a:custGeom>
              <a:avLst/>
              <a:gdLst/>
              <a:ahLst/>
              <a:cxnLst/>
              <a:rect r="r" b="b" t="t" l="l"/>
              <a:pathLst>
                <a:path h="397353" w="2474589">
                  <a:moveTo>
                    <a:pt x="42023" y="0"/>
                  </a:moveTo>
                  <a:lnTo>
                    <a:pt x="2432566" y="0"/>
                  </a:lnTo>
                  <a:cubicBezTo>
                    <a:pt x="2443711" y="0"/>
                    <a:pt x="2454400" y="4427"/>
                    <a:pt x="2462281" y="12308"/>
                  </a:cubicBezTo>
                  <a:cubicBezTo>
                    <a:pt x="2470162" y="20189"/>
                    <a:pt x="2474589" y="30878"/>
                    <a:pt x="2474589" y="42023"/>
                  </a:cubicBezTo>
                  <a:lnTo>
                    <a:pt x="2474589" y="355329"/>
                  </a:lnTo>
                  <a:cubicBezTo>
                    <a:pt x="2474589" y="366475"/>
                    <a:pt x="2470162" y="377163"/>
                    <a:pt x="2462281" y="385044"/>
                  </a:cubicBezTo>
                  <a:cubicBezTo>
                    <a:pt x="2454400" y="392925"/>
                    <a:pt x="2443711" y="397353"/>
                    <a:pt x="2432566" y="397353"/>
                  </a:cubicBezTo>
                  <a:lnTo>
                    <a:pt x="42023" y="397353"/>
                  </a:lnTo>
                  <a:cubicBezTo>
                    <a:pt x="18814" y="397353"/>
                    <a:pt x="0" y="378538"/>
                    <a:pt x="0" y="355329"/>
                  </a:cubicBezTo>
                  <a:lnTo>
                    <a:pt x="0" y="42023"/>
                  </a:lnTo>
                  <a:cubicBezTo>
                    <a:pt x="0" y="30878"/>
                    <a:pt x="4427" y="20189"/>
                    <a:pt x="12308" y="12308"/>
                  </a:cubicBezTo>
                  <a:cubicBezTo>
                    <a:pt x="20189" y="4427"/>
                    <a:pt x="30878" y="0"/>
                    <a:pt x="42023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74589" cy="435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361212">
            <a:off x="16573866" y="8753226"/>
            <a:ext cx="1370868" cy="1010149"/>
          </a:xfrm>
          <a:custGeom>
            <a:avLst/>
            <a:gdLst/>
            <a:ahLst/>
            <a:cxnLst/>
            <a:rect r="r" b="b" t="t" l="l"/>
            <a:pathLst>
              <a:path h="1010149" w="1370868">
                <a:moveTo>
                  <a:pt x="0" y="0"/>
                </a:moveTo>
                <a:lnTo>
                  <a:pt x="1370868" y="0"/>
                </a:lnTo>
                <a:lnTo>
                  <a:pt x="1370868" y="1010148"/>
                </a:lnTo>
                <a:lnTo>
                  <a:pt x="0" y="101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957" r="0" b="-54606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7403163"/>
            <a:ext cx="5676426" cy="1855137"/>
            <a:chOff x="0" y="0"/>
            <a:chExt cx="1495026" cy="4885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5026" cy="488596"/>
            </a:xfrm>
            <a:custGeom>
              <a:avLst/>
              <a:gdLst/>
              <a:ahLst/>
              <a:cxnLst/>
              <a:rect r="r" b="b" t="t" l="l"/>
              <a:pathLst>
                <a:path h="488596" w="1495026">
                  <a:moveTo>
                    <a:pt x="69557" y="0"/>
                  </a:moveTo>
                  <a:lnTo>
                    <a:pt x="1425468" y="0"/>
                  </a:lnTo>
                  <a:cubicBezTo>
                    <a:pt x="1463884" y="0"/>
                    <a:pt x="1495026" y="31142"/>
                    <a:pt x="1495026" y="69557"/>
                  </a:cubicBezTo>
                  <a:lnTo>
                    <a:pt x="1495026" y="419038"/>
                  </a:lnTo>
                  <a:cubicBezTo>
                    <a:pt x="1495026" y="457454"/>
                    <a:pt x="1463884" y="488596"/>
                    <a:pt x="1425468" y="488596"/>
                  </a:cubicBezTo>
                  <a:lnTo>
                    <a:pt x="69557" y="488596"/>
                  </a:lnTo>
                  <a:cubicBezTo>
                    <a:pt x="31142" y="488596"/>
                    <a:pt x="0" y="457454"/>
                    <a:pt x="0" y="419038"/>
                  </a:cubicBezTo>
                  <a:lnTo>
                    <a:pt x="0" y="69557"/>
                  </a:lnTo>
                  <a:cubicBezTo>
                    <a:pt x="0" y="31142"/>
                    <a:pt x="31142" y="0"/>
                    <a:pt x="695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DFAF4">
                      <a:alpha val="100000"/>
                    </a:srgbClr>
                  </a:gs>
                  <a:gs pos="100000">
                    <a:srgbClr val="C1C1C1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95026" cy="526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i="true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“Escreva aqui o relato do cliente”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45795" y="8591935"/>
            <a:ext cx="556155" cy="55615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78303" t="0" r="-7830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481173" y="1088459"/>
            <a:ext cx="7641134" cy="97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1"/>
              </a:lnSpc>
              <a:spcBef>
                <a:spcPct val="0"/>
              </a:spcBef>
            </a:pPr>
            <a:r>
              <a:rPr lang="en-US" b="true" sz="6803">
                <a:solidFill>
                  <a:srgbClr val="212121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CASE DE SUCESSO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35689" y="-1438843"/>
            <a:ext cx="19759377" cy="13164685"/>
          </a:xfrm>
          <a:custGeom>
            <a:avLst/>
            <a:gdLst/>
            <a:ahLst/>
            <a:cxnLst/>
            <a:rect r="r" b="b" t="t" l="l"/>
            <a:pathLst>
              <a:path h="13164685" w="19759377">
                <a:moveTo>
                  <a:pt x="0" y="0"/>
                </a:moveTo>
                <a:lnTo>
                  <a:pt x="19759378" y="0"/>
                </a:lnTo>
                <a:lnTo>
                  <a:pt x="19759378" y="13164686"/>
                </a:lnTo>
                <a:lnTo>
                  <a:pt x="0" y="13164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1212">
            <a:off x="16573866" y="523626"/>
            <a:ext cx="1370868" cy="1010149"/>
          </a:xfrm>
          <a:custGeom>
            <a:avLst/>
            <a:gdLst/>
            <a:ahLst/>
            <a:cxnLst/>
            <a:rect r="r" b="b" t="t" l="l"/>
            <a:pathLst>
              <a:path h="1010149" w="1370868">
                <a:moveTo>
                  <a:pt x="0" y="0"/>
                </a:moveTo>
                <a:lnTo>
                  <a:pt x="1370868" y="0"/>
                </a:lnTo>
                <a:lnTo>
                  <a:pt x="1370868" y="1010148"/>
                </a:lnTo>
                <a:lnTo>
                  <a:pt x="0" y="101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957" r="0" b="-54606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5800145" y="2630557"/>
            <a:ext cx="6687710" cy="112065"/>
            <a:chOff x="0" y="0"/>
            <a:chExt cx="1645074" cy="275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074" cy="27566"/>
            </a:xfrm>
            <a:custGeom>
              <a:avLst/>
              <a:gdLst/>
              <a:ahLst/>
              <a:cxnLst/>
              <a:rect r="r" b="b" t="t" l="l"/>
              <a:pathLst>
                <a:path h="27566" w="1645074">
                  <a:moveTo>
                    <a:pt x="0" y="0"/>
                  </a:moveTo>
                  <a:lnTo>
                    <a:pt x="1645074" y="0"/>
                  </a:lnTo>
                  <a:lnTo>
                    <a:pt x="1645074" y="27566"/>
                  </a:lnTo>
                  <a:lnTo>
                    <a:pt x="0" y="27566"/>
                  </a:ln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645074" cy="65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378461">
            <a:off x="2364770" y="3439391"/>
            <a:ext cx="2296659" cy="229665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378461">
            <a:off x="7937783" y="3423431"/>
            <a:ext cx="2309914" cy="230991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378461">
            <a:off x="13517589" y="3439391"/>
            <a:ext cx="2296659" cy="229665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905197" y="3979819"/>
            <a:ext cx="1215804" cy="1215804"/>
          </a:xfrm>
          <a:custGeom>
            <a:avLst/>
            <a:gdLst/>
            <a:ahLst/>
            <a:cxnLst/>
            <a:rect r="r" b="b" t="t" l="l"/>
            <a:pathLst>
              <a:path h="1215804" w="1215804">
                <a:moveTo>
                  <a:pt x="0" y="0"/>
                </a:moveTo>
                <a:lnTo>
                  <a:pt x="1215804" y="0"/>
                </a:lnTo>
                <a:lnTo>
                  <a:pt x="1215804" y="1215804"/>
                </a:lnTo>
                <a:lnTo>
                  <a:pt x="0" y="1215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413873" y="3855432"/>
            <a:ext cx="1351271" cy="1445913"/>
          </a:xfrm>
          <a:custGeom>
            <a:avLst/>
            <a:gdLst/>
            <a:ahLst/>
            <a:cxnLst/>
            <a:rect r="r" b="b" t="t" l="l"/>
            <a:pathLst>
              <a:path h="1445913" w="1351271">
                <a:moveTo>
                  <a:pt x="0" y="0"/>
                </a:moveTo>
                <a:lnTo>
                  <a:pt x="1351271" y="0"/>
                </a:lnTo>
                <a:lnTo>
                  <a:pt x="1351271" y="1445913"/>
                </a:lnTo>
                <a:lnTo>
                  <a:pt x="0" y="14459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218315" y="3813099"/>
            <a:ext cx="895206" cy="1530579"/>
          </a:xfrm>
          <a:custGeom>
            <a:avLst/>
            <a:gdLst/>
            <a:ahLst/>
            <a:cxnLst/>
            <a:rect r="r" b="b" t="t" l="l"/>
            <a:pathLst>
              <a:path h="1530579" w="895206">
                <a:moveTo>
                  <a:pt x="0" y="0"/>
                </a:moveTo>
                <a:lnTo>
                  <a:pt x="895206" y="0"/>
                </a:lnTo>
                <a:lnTo>
                  <a:pt x="895206" y="1530579"/>
                </a:lnTo>
                <a:lnTo>
                  <a:pt x="0" y="1530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415484" y="857250"/>
            <a:ext cx="5457031" cy="1566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70"/>
              </a:lnSpc>
              <a:spcBef>
                <a:spcPct val="0"/>
              </a:spcBef>
            </a:pPr>
            <a:r>
              <a:rPr lang="en-US" b="true" sz="9193">
                <a:solidFill>
                  <a:srgbClr val="000000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SOLUÇÃO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35689" y="-1438843"/>
            <a:ext cx="19759377" cy="13164685"/>
          </a:xfrm>
          <a:custGeom>
            <a:avLst/>
            <a:gdLst/>
            <a:ahLst/>
            <a:cxnLst/>
            <a:rect r="r" b="b" t="t" l="l"/>
            <a:pathLst>
              <a:path h="13164685" w="19759377">
                <a:moveTo>
                  <a:pt x="0" y="0"/>
                </a:moveTo>
                <a:lnTo>
                  <a:pt x="19759378" y="0"/>
                </a:lnTo>
                <a:lnTo>
                  <a:pt x="19759378" y="13164686"/>
                </a:lnTo>
                <a:lnTo>
                  <a:pt x="0" y="13164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4436" y="857250"/>
            <a:ext cx="9839127" cy="1558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71"/>
              </a:lnSpc>
              <a:spcBef>
                <a:spcPct val="0"/>
              </a:spcBef>
            </a:pPr>
            <a:r>
              <a:rPr lang="en-US" b="true" sz="9122" spc="228">
                <a:solidFill>
                  <a:srgbClr val="212121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INVESTIMENTO</a:t>
            </a:r>
          </a:p>
        </p:txBody>
      </p:sp>
      <p:grpSp>
        <p:nvGrpSpPr>
          <p:cNvPr name="Group 4" id="4"/>
          <p:cNvGrpSpPr/>
          <p:nvPr/>
        </p:nvGrpSpPr>
        <p:grpSpPr>
          <a:xfrm rot="-10800000">
            <a:off x="4348361" y="2387817"/>
            <a:ext cx="9591279" cy="56851"/>
            <a:chOff x="0" y="0"/>
            <a:chExt cx="2002191" cy="11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02191" cy="11868"/>
            </a:xfrm>
            <a:custGeom>
              <a:avLst/>
              <a:gdLst/>
              <a:ahLst/>
              <a:cxnLst/>
              <a:rect r="r" b="b" t="t" l="l"/>
              <a:pathLst>
                <a:path h="11868" w="2002191">
                  <a:moveTo>
                    <a:pt x="0" y="0"/>
                  </a:moveTo>
                  <a:lnTo>
                    <a:pt x="2002191" y="0"/>
                  </a:lnTo>
                  <a:lnTo>
                    <a:pt x="2002191" y="11868"/>
                  </a:lnTo>
                  <a:lnTo>
                    <a:pt x="0" y="11868"/>
                  </a:ln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02191" cy="49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32050" y="2869427"/>
            <a:ext cx="6236388" cy="6864251"/>
            <a:chOff x="0" y="0"/>
            <a:chExt cx="1642506" cy="1807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2506" cy="1807869"/>
            </a:xfrm>
            <a:custGeom>
              <a:avLst/>
              <a:gdLst/>
              <a:ahLst/>
              <a:cxnLst/>
              <a:rect r="r" b="b" t="t" l="l"/>
              <a:pathLst>
                <a:path h="1807869" w="1642506">
                  <a:moveTo>
                    <a:pt x="63312" y="0"/>
                  </a:moveTo>
                  <a:lnTo>
                    <a:pt x="1579194" y="0"/>
                  </a:lnTo>
                  <a:cubicBezTo>
                    <a:pt x="1595985" y="0"/>
                    <a:pt x="1612089" y="6670"/>
                    <a:pt x="1623962" y="18544"/>
                  </a:cubicBezTo>
                  <a:cubicBezTo>
                    <a:pt x="1635835" y="30417"/>
                    <a:pt x="1642506" y="46521"/>
                    <a:pt x="1642506" y="63312"/>
                  </a:cubicBezTo>
                  <a:lnTo>
                    <a:pt x="1642506" y="1744556"/>
                  </a:lnTo>
                  <a:cubicBezTo>
                    <a:pt x="1642506" y="1761348"/>
                    <a:pt x="1635835" y="1777452"/>
                    <a:pt x="1623962" y="1789325"/>
                  </a:cubicBezTo>
                  <a:cubicBezTo>
                    <a:pt x="1612089" y="1801198"/>
                    <a:pt x="1595985" y="1807869"/>
                    <a:pt x="1579194" y="1807869"/>
                  </a:cubicBezTo>
                  <a:lnTo>
                    <a:pt x="63312" y="1807869"/>
                  </a:lnTo>
                  <a:cubicBezTo>
                    <a:pt x="46521" y="1807869"/>
                    <a:pt x="30417" y="1801198"/>
                    <a:pt x="18544" y="1789325"/>
                  </a:cubicBezTo>
                  <a:cubicBezTo>
                    <a:pt x="6670" y="1777452"/>
                    <a:pt x="0" y="1761348"/>
                    <a:pt x="0" y="1744556"/>
                  </a:cubicBezTo>
                  <a:lnTo>
                    <a:pt x="0" y="63312"/>
                  </a:lnTo>
                  <a:cubicBezTo>
                    <a:pt x="0" y="46521"/>
                    <a:pt x="6670" y="30417"/>
                    <a:pt x="18544" y="18544"/>
                  </a:cubicBezTo>
                  <a:cubicBezTo>
                    <a:pt x="30417" y="6670"/>
                    <a:pt x="46521" y="0"/>
                    <a:pt x="633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3434">
                    <a:alpha val="100000"/>
                  </a:srgbClr>
                </a:gs>
                <a:gs pos="50000">
                  <a:srgbClr val="212121">
                    <a:alpha val="100000"/>
                  </a:srgbClr>
                </a:gs>
                <a:gs pos="100000">
                  <a:srgbClr val="34343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42506" cy="1845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416737" y="6243084"/>
            <a:ext cx="5061645" cy="0"/>
          </a:xfrm>
          <a:prstGeom prst="line">
            <a:avLst/>
          </a:prstGeom>
          <a:ln cap="flat" w="38100">
            <a:solidFill>
              <a:srgbClr val="FDFAF4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3290630" y="3125248"/>
            <a:ext cx="5187752" cy="1308561"/>
            <a:chOff x="0" y="0"/>
            <a:chExt cx="1366321" cy="3446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6321" cy="344641"/>
            </a:xfrm>
            <a:custGeom>
              <a:avLst/>
              <a:gdLst/>
              <a:ahLst/>
              <a:cxnLst/>
              <a:rect r="r" b="b" t="t" l="l"/>
              <a:pathLst>
                <a:path h="344641" w="1366321">
                  <a:moveTo>
                    <a:pt x="76110" y="0"/>
                  </a:moveTo>
                  <a:lnTo>
                    <a:pt x="1290212" y="0"/>
                  </a:lnTo>
                  <a:cubicBezTo>
                    <a:pt x="1332246" y="0"/>
                    <a:pt x="1366321" y="34075"/>
                    <a:pt x="1366321" y="76110"/>
                  </a:cubicBezTo>
                  <a:lnTo>
                    <a:pt x="1366321" y="268532"/>
                  </a:lnTo>
                  <a:cubicBezTo>
                    <a:pt x="1366321" y="288717"/>
                    <a:pt x="1358303" y="308076"/>
                    <a:pt x="1344029" y="322349"/>
                  </a:cubicBezTo>
                  <a:cubicBezTo>
                    <a:pt x="1329756" y="336623"/>
                    <a:pt x="1310397" y="344641"/>
                    <a:pt x="1290212" y="344641"/>
                  </a:cubicBezTo>
                  <a:lnTo>
                    <a:pt x="76110" y="344641"/>
                  </a:lnTo>
                  <a:cubicBezTo>
                    <a:pt x="55924" y="344641"/>
                    <a:pt x="36565" y="336623"/>
                    <a:pt x="22292" y="322349"/>
                  </a:cubicBezTo>
                  <a:cubicBezTo>
                    <a:pt x="8019" y="308076"/>
                    <a:pt x="0" y="288717"/>
                    <a:pt x="0" y="268532"/>
                  </a:cubicBezTo>
                  <a:lnTo>
                    <a:pt x="0" y="76110"/>
                  </a:lnTo>
                  <a:cubicBezTo>
                    <a:pt x="0" y="55924"/>
                    <a:pt x="8019" y="36565"/>
                    <a:pt x="22292" y="22292"/>
                  </a:cubicBezTo>
                  <a:cubicBezTo>
                    <a:pt x="36565" y="8019"/>
                    <a:pt x="55924" y="0"/>
                    <a:pt x="761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  <a:ln w="19050" cap="rnd">
              <a:gradFill>
                <a:gsLst>
                  <a:gs pos="0">
                    <a:srgbClr val="FDFAF4">
                      <a:alpha val="100000"/>
                    </a:srgbClr>
                  </a:gs>
                  <a:gs pos="100000">
                    <a:srgbClr val="C1C1C1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366321" cy="439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FDFAF4"/>
                  </a:solidFill>
                  <a:latin typeface="Museo Moderno"/>
                  <a:ea typeface="Museo Moderno"/>
                  <a:cs typeface="Museo Moderno"/>
                  <a:sym typeface="Museo Moderno"/>
                </a:rPr>
                <a:t>blink  A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1361212">
            <a:off x="16573866" y="523626"/>
            <a:ext cx="1370868" cy="1010149"/>
          </a:xfrm>
          <a:custGeom>
            <a:avLst/>
            <a:gdLst/>
            <a:ahLst/>
            <a:cxnLst/>
            <a:rect r="r" b="b" t="t" l="l"/>
            <a:pathLst>
              <a:path h="1010149" w="1370868">
                <a:moveTo>
                  <a:pt x="0" y="0"/>
                </a:moveTo>
                <a:lnTo>
                  <a:pt x="1370868" y="0"/>
                </a:lnTo>
                <a:lnTo>
                  <a:pt x="1370868" y="1010148"/>
                </a:lnTo>
                <a:lnTo>
                  <a:pt x="0" y="101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957" r="0" b="-54606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319562" y="2869427"/>
            <a:ext cx="6236388" cy="6864251"/>
            <a:chOff x="0" y="0"/>
            <a:chExt cx="1642506" cy="18078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2506" cy="1807869"/>
            </a:xfrm>
            <a:custGeom>
              <a:avLst/>
              <a:gdLst/>
              <a:ahLst/>
              <a:cxnLst/>
              <a:rect r="r" b="b" t="t" l="l"/>
              <a:pathLst>
                <a:path h="1807869" w="1642506">
                  <a:moveTo>
                    <a:pt x="63312" y="0"/>
                  </a:moveTo>
                  <a:lnTo>
                    <a:pt x="1579194" y="0"/>
                  </a:lnTo>
                  <a:cubicBezTo>
                    <a:pt x="1595985" y="0"/>
                    <a:pt x="1612089" y="6670"/>
                    <a:pt x="1623962" y="18544"/>
                  </a:cubicBezTo>
                  <a:cubicBezTo>
                    <a:pt x="1635835" y="30417"/>
                    <a:pt x="1642506" y="46521"/>
                    <a:pt x="1642506" y="63312"/>
                  </a:cubicBezTo>
                  <a:lnTo>
                    <a:pt x="1642506" y="1744556"/>
                  </a:lnTo>
                  <a:cubicBezTo>
                    <a:pt x="1642506" y="1761348"/>
                    <a:pt x="1635835" y="1777452"/>
                    <a:pt x="1623962" y="1789325"/>
                  </a:cubicBezTo>
                  <a:cubicBezTo>
                    <a:pt x="1612089" y="1801198"/>
                    <a:pt x="1595985" y="1807869"/>
                    <a:pt x="1579194" y="1807869"/>
                  </a:cubicBezTo>
                  <a:lnTo>
                    <a:pt x="63312" y="1807869"/>
                  </a:lnTo>
                  <a:cubicBezTo>
                    <a:pt x="46521" y="1807869"/>
                    <a:pt x="30417" y="1801198"/>
                    <a:pt x="18544" y="1789325"/>
                  </a:cubicBezTo>
                  <a:cubicBezTo>
                    <a:pt x="6670" y="1777452"/>
                    <a:pt x="0" y="1761348"/>
                    <a:pt x="0" y="1744556"/>
                  </a:cubicBezTo>
                  <a:lnTo>
                    <a:pt x="0" y="63312"/>
                  </a:lnTo>
                  <a:cubicBezTo>
                    <a:pt x="0" y="46521"/>
                    <a:pt x="6670" y="30417"/>
                    <a:pt x="18544" y="18544"/>
                  </a:cubicBezTo>
                  <a:cubicBezTo>
                    <a:pt x="30417" y="6670"/>
                    <a:pt x="46521" y="0"/>
                    <a:pt x="633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3434">
                    <a:alpha val="100000"/>
                  </a:srgbClr>
                </a:gs>
                <a:gs pos="50000">
                  <a:srgbClr val="212121">
                    <a:alpha val="100000"/>
                  </a:srgbClr>
                </a:gs>
                <a:gs pos="100000">
                  <a:srgbClr val="34343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42506" cy="1845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0004248" y="6243084"/>
            <a:ext cx="5061645" cy="0"/>
          </a:xfrm>
          <a:prstGeom prst="line">
            <a:avLst/>
          </a:prstGeom>
          <a:ln cap="flat" w="38100">
            <a:solidFill>
              <a:srgbClr val="FDFAF4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9878141" y="3125248"/>
            <a:ext cx="5187752" cy="1308561"/>
            <a:chOff x="0" y="0"/>
            <a:chExt cx="1366321" cy="3446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66321" cy="344641"/>
            </a:xfrm>
            <a:custGeom>
              <a:avLst/>
              <a:gdLst/>
              <a:ahLst/>
              <a:cxnLst/>
              <a:rect r="r" b="b" t="t" l="l"/>
              <a:pathLst>
                <a:path h="344641" w="1366321">
                  <a:moveTo>
                    <a:pt x="76110" y="0"/>
                  </a:moveTo>
                  <a:lnTo>
                    <a:pt x="1290212" y="0"/>
                  </a:lnTo>
                  <a:cubicBezTo>
                    <a:pt x="1332246" y="0"/>
                    <a:pt x="1366321" y="34075"/>
                    <a:pt x="1366321" y="76110"/>
                  </a:cubicBezTo>
                  <a:lnTo>
                    <a:pt x="1366321" y="268532"/>
                  </a:lnTo>
                  <a:cubicBezTo>
                    <a:pt x="1366321" y="288717"/>
                    <a:pt x="1358303" y="308076"/>
                    <a:pt x="1344029" y="322349"/>
                  </a:cubicBezTo>
                  <a:cubicBezTo>
                    <a:pt x="1329756" y="336623"/>
                    <a:pt x="1310397" y="344641"/>
                    <a:pt x="1290212" y="344641"/>
                  </a:cubicBezTo>
                  <a:lnTo>
                    <a:pt x="76110" y="344641"/>
                  </a:lnTo>
                  <a:cubicBezTo>
                    <a:pt x="55924" y="344641"/>
                    <a:pt x="36565" y="336623"/>
                    <a:pt x="22292" y="322349"/>
                  </a:cubicBezTo>
                  <a:cubicBezTo>
                    <a:pt x="8019" y="308076"/>
                    <a:pt x="0" y="288717"/>
                    <a:pt x="0" y="268532"/>
                  </a:cubicBezTo>
                  <a:lnTo>
                    <a:pt x="0" y="76110"/>
                  </a:lnTo>
                  <a:cubicBezTo>
                    <a:pt x="0" y="55924"/>
                    <a:pt x="8019" y="36565"/>
                    <a:pt x="22292" y="22292"/>
                  </a:cubicBezTo>
                  <a:cubicBezTo>
                    <a:pt x="36565" y="8019"/>
                    <a:pt x="55924" y="0"/>
                    <a:pt x="761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  <a:ln w="19050" cap="rnd">
              <a:gradFill>
                <a:gsLst>
                  <a:gs pos="0">
                    <a:srgbClr val="FDFAF4">
                      <a:alpha val="100000"/>
                    </a:srgbClr>
                  </a:gs>
                  <a:gs pos="100000">
                    <a:srgbClr val="C1C1C1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1366321" cy="439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FDFAF4"/>
                  </a:solidFill>
                  <a:latin typeface="Museo Moderno"/>
                  <a:ea typeface="Museo Moderno"/>
                  <a:cs typeface="Museo Moderno"/>
                  <a:sym typeface="Museo Moderno"/>
                </a:rPr>
                <a:t>blink B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439440" y="8431305"/>
            <a:ext cx="2821608" cy="76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0"/>
              </a:lnSpc>
              <a:spcBef>
                <a:spcPct val="0"/>
              </a:spcBef>
            </a:pPr>
            <a:r>
              <a:rPr lang="en-US" b="true" sz="4393">
                <a:solidFill>
                  <a:srgbClr val="FDFAF4"/>
                </a:solidFill>
                <a:latin typeface="Noto Serif Condensed Bold"/>
                <a:ea typeface="Noto Serif Condensed Bold"/>
                <a:cs typeface="Noto Serif Condensed Bold"/>
                <a:sym typeface="Noto Serif Condensed Bold"/>
              </a:rPr>
              <a:t>R$11.990,00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16737" y="6686779"/>
            <a:ext cx="5061645" cy="72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  <a:spcBef>
                <a:spcPct val="0"/>
              </a:spcBef>
            </a:pPr>
            <a:r>
              <a:rPr lang="en-US" sz="4243">
                <a:solidFill>
                  <a:srgbClr val="FDFAF4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CRIAÇÃO DE SOFTWARE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16737" y="5029405"/>
            <a:ext cx="5090437" cy="69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1"/>
              </a:lnSpc>
              <a:spcBef>
                <a:spcPct val="0"/>
              </a:spcBef>
            </a:pPr>
            <a:r>
              <a:rPr lang="en-US" sz="4065">
                <a:solidFill>
                  <a:srgbClr val="FDFAF4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TRATAMENTO DE DADOS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026952" y="8431305"/>
            <a:ext cx="2821608" cy="76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0"/>
              </a:lnSpc>
              <a:spcBef>
                <a:spcPct val="0"/>
              </a:spcBef>
            </a:pPr>
            <a:r>
              <a:rPr lang="en-US" b="true" sz="4393">
                <a:solidFill>
                  <a:srgbClr val="FDFAF4"/>
                </a:solidFill>
                <a:latin typeface="Noto Serif Condensed Bold"/>
                <a:ea typeface="Noto Serif Condensed Bold"/>
                <a:cs typeface="Noto Serif Condensed Bold"/>
                <a:sym typeface="Noto Serif Condensed Bold"/>
              </a:rPr>
              <a:t>R$11.990,00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04248" y="6686779"/>
            <a:ext cx="5061645" cy="72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  <a:spcBef>
                <a:spcPct val="0"/>
              </a:spcBef>
            </a:pPr>
            <a:r>
              <a:rPr lang="en-US" sz="4243">
                <a:solidFill>
                  <a:srgbClr val="FDFAF4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CRIAÇÃO DE SOFTWARE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04248" y="5029405"/>
            <a:ext cx="5090437" cy="69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1"/>
              </a:lnSpc>
              <a:spcBef>
                <a:spcPct val="0"/>
              </a:spcBef>
            </a:pPr>
            <a:r>
              <a:rPr lang="en-US" sz="4065">
                <a:solidFill>
                  <a:srgbClr val="FDFAF4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TRATAMENTO DE DADOS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280407" y="-3495343"/>
            <a:ext cx="32568407" cy="21698701"/>
          </a:xfrm>
          <a:custGeom>
            <a:avLst/>
            <a:gdLst/>
            <a:ahLst/>
            <a:cxnLst/>
            <a:rect r="r" b="b" t="t" l="l"/>
            <a:pathLst>
              <a:path h="21698701" w="32568407">
                <a:moveTo>
                  <a:pt x="0" y="0"/>
                </a:moveTo>
                <a:lnTo>
                  <a:pt x="32568407" y="0"/>
                </a:lnTo>
                <a:lnTo>
                  <a:pt x="32568407" y="21698701"/>
                </a:lnTo>
                <a:lnTo>
                  <a:pt x="0" y="21698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612" y="2995657"/>
            <a:ext cx="12416459" cy="5639672"/>
            <a:chOff x="0" y="0"/>
            <a:chExt cx="3270179" cy="14853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70179" cy="1485346"/>
            </a:xfrm>
            <a:custGeom>
              <a:avLst/>
              <a:gdLst/>
              <a:ahLst/>
              <a:cxnLst/>
              <a:rect r="r" b="b" t="t" l="l"/>
              <a:pathLst>
                <a:path h="1485346" w="3270179">
                  <a:moveTo>
                    <a:pt x="31800" y="0"/>
                  </a:moveTo>
                  <a:lnTo>
                    <a:pt x="3238379" y="0"/>
                  </a:lnTo>
                  <a:cubicBezTo>
                    <a:pt x="3246813" y="0"/>
                    <a:pt x="3254901" y="3350"/>
                    <a:pt x="3260865" y="9314"/>
                  </a:cubicBezTo>
                  <a:cubicBezTo>
                    <a:pt x="3266829" y="15277"/>
                    <a:pt x="3270179" y="23366"/>
                    <a:pt x="3270179" y="31800"/>
                  </a:cubicBezTo>
                  <a:lnTo>
                    <a:pt x="3270179" y="1453546"/>
                  </a:lnTo>
                  <a:cubicBezTo>
                    <a:pt x="3270179" y="1471109"/>
                    <a:pt x="3255942" y="1485346"/>
                    <a:pt x="3238379" y="1485346"/>
                  </a:cubicBezTo>
                  <a:lnTo>
                    <a:pt x="31800" y="1485346"/>
                  </a:lnTo>
                  <a:cubicBezTo>
                    <a:pt x="23366" y="1485346"/>
                    <a:pt x="15277" y="1481995"/>
                    <a:pt x="9314" y="1476032"/>
                  </a:cubicBezTo>
                  <a:cubicBezTo>
                    <a:pt x="3350" y="1470068"/>
                    <a:pt x="0" y="1461980"/>
                    <a:pt x="0" y="1453546"/>
                  </a:cubicBezTo>
                  <a:lnTo>
                    <a:pt x="0" y="31800"/>
                  </a:lnTo>
                  <a:cubicBezTo>
                    <a:pt x="0" y="14237"/>
                    <a:pt x="14237" y="0"/>
                    <a:pt x="318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3434">
                    <a:alpha val="100000"/>
                  </a:srgbClr>
                </a:gs>
                <a:gs pos="50000">
                  <a:srgbClr val="212121">
                    <a:alpha val="100000"/>
                  </a:srgbClr>
                </a:gs>
                <a:gs pos="100000">
                  <a:srgbClr val="34343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gradFill>
                <a:gsLst>
                  <a:gs pos="0">
                    <a:srgbClr val="FDFAF4">
                      <a:alpha val="100000"/>
                    </a:srgbClr>
                  </a:gs>
                  <a:gs pos="100000">
                    <a:srgbClr val="C1C1C1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70179" cy="152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24436" y="857250"/>
            <a:ext cx="9839127" cy="1558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71"/>
              </a:lnSpc>
              <a:spcBef>
                <a:spcPct val="0"/>
              </a:spcBef>
            </a:pPr>
            <a:r>
              <a:rPr lang="en-US" b="true" sz="9122" spc="228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INVESTIMENTO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50343" y="5280796"/>
            <a:ext cx="3549520" cy="100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5914">
                <a:solidFill>
                  <a:srgbClr val="FDFAF4"/>
                </a:solidFill>
                <a:latin typeface="Noto Serif ExtraCondensed Bold"/>
                <a:ea typeface="Noto Serif ExtraCondensed Bold"/>
                <a:cs typeface="Noto Serif ExtraCondensed Bold"/>
                <a:sym typeface="Noto Serif ExtraCondensed Bold"/>
              </a:rPr>
              <a:t>R$11.990,00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01906" y="5455349"/>
            <a:ext cx="5061645" cy="72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  <a:spcBef>
                <a:spcPct val="0"/>
              </a:spcBef>
            </a:pPr>
            <a:r>
              <a:rPr lang="en-US" sz="4243">
                <a:solidFill>
                  <a:srgbClr val="FDFAF4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CRIAÇÃO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95209" y="3952652"/>
            <a:ext cx="5313859" cy="72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  <a:spcBef>
                <a:spcPct val="0"/>
              </a:spcBef>
            </a:pPr>
            <a:r>
              <a:rPr lang="en-US" sz="4243">
                <a:solidFill>
                  <a:srgbClr val="FDFAF4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TRATAMENTO DE DADOS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30518" y="6957289"/>
            <a:ext cx="3778448" cy="72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  <a:spcBef>
                <a:spcPct val="0"/>
              </a:spcBef>
            </a:pPr>
            <a:r>
              <a:rPr lang="en-US" sz="4243">
                <a:solidFill>
                  <a:srgbClr val="FDFAF4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IMPLEMENTAÇÃO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59195" y="3439221"/>
            <a:ext cx="716260" cy="1641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72"/>
              </a:lnSpc>
              <a:spcBef>
                <a:spcPct val="0"/>
              </a:spcBef>
            </a:pPr>
            <a:r>
              <a:rPr lang="en-US" sz="9623">
                <a:gradFill>
                  <a:gsLst>
                    <a:gs pos="0">
                      <a:srgbClr val="FFA52E">
                        <a:alpha val="100000"/>
                      </a:srgbClr>
                    </a:gs>
                    <a:gs pos="50000">
                      <a:srgbClr val="FF6A00">
                        <a:alpha val="100000"/>
                      </a:srgbClr>
                    </a:gs>
                    <a:gs pos="100000">
                      <a:srgbClr val="F21A1A">
                        <a:alpha val="100000"/>
                      </a:srgbClr>
                    </a:gs>
                  </a:gsLst>
                  <a:lin ang="0"/>
                </a:gradFill>
                <a:latin typeface="Museo Moderno"/>
                <a:ea typeface="Museo Moderno"/>
                <a:cs typeface="Museo Moderno"/>
                <a:sym typeface="Museo Moderno"/>
              </a:rPr>
              <a:t>+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59195" y="4962525"/>
            <a:ext cx="716260" cy="1641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72"/>
              </a:lnSpc>
              <a:spcBef>
                <a:spcPct val="0"/>
              </a:spcBef>
            </a:pPr>
            <a:r>
              <a:rPr lang="en-US" sz="9623">
                <a:gradFill>
                  <a:gsLst>
                    <a:gs pos="0">
                      <a:srgbClr val="FFA52E">
                        <a:alpha val="100000"/>
                      </a:srgbClr>
                    </a:gs>
                    <a:gs pos="50000">
                      <a:srgbClr val="FF6A00">
                        <a:alpha val="100000"/>
                      </a:srgbClr>
                    </a:gs>
                    <a:gs pos="100000">
                      <a:srgbClr val="F21A1A">
                        <a:alpha val="100000"/>
                      </a:srgbClr>
                    </a:gs>
                  </a:gsLst>
                  <a:lin ang="0"/>
                </a:gradFill>
                <a:latin typeface="Museo Moderno"/>
                <a:ea typeface="Museo Moderno"/>
                <a:cs typeface="Museo Moderno"/>
                <a:sym typeface="Museo Moderno"/>
              </a:rPr>
              <a:t>+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59195" y="6424529"/>
            <a:ext cx="716260" cy="1641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72"/>
              </a:lnSpc>
              <a:spcBef>
                <a:spcPct val="0"/>
              </a:spcBef>
            </a:pPr>
            <a:r>
              <a:rPr lang="en-US" sz="9623">
                <a:gradFill>
                  <a:gsLst>
                    <a:gs pos="0">
                      <a:srgbClr val="FFA52E">
                        <a:alpha val="100000"/>
                      </a:srgbClr>
                    </a:gs>
                    <a:gs pos="50000">
                      <a:srgbClr val="FF6A00">
                        <a:alpha val="100000"/>
                      </a:srgbClr>
                    </a:gs>
                    <a:gs pos="100000">
                      <a:srgbClr val="F21A1A">
                        <a:alpha val="100000"/>
                      </a:srgbClr>
                    </a:gs>
                  </a:gsLst>
                  <a:lin ang="0"/>
                </a:gradFill>
                <a:latin typeface="Museo Moderno"/>
                <a:ea typeface="Museo Moderno"/>
                <a:cs typeface="Museo Moderno"/>
                <a:sym typeface="Museo Moderno"/>
              </a:rPr>
              <a:t>+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98777" y="4436245"/>
            <a:ext cx="2501106" cy="70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  <a:spcBef>
                <a:spcPct val="0"/>
              </a:spcBef>
            </a:pPr>
            <a:r>
              <a:rPr lang="en-US" b="true" sz="4167" strike="sngStrike">
                <a:solidFill>
                  <a:srgbClr val="868686"/>
                </a:solidFill>
                <a:latin typeface="Noto Serif ExtraCondensed Bold"/>
                <a:ea typeface="Noto Serif ExtraCondensed Bold"/>
                <a:cs typeface="Noto Serif ExtraCondensed Bold"/>
                <a:sym typeface="Noto Serif ExtraCondensed Bold"/>
              </a:rPr>
              <a:t>R$14.990,00</a:t>
            </a:r>
          </a:p>
        </p:txBody>
      </p:sp>
      <p:sp>
        <p:nvSpPr>
          <p:cNvPr name="AutoShape 15" id="15"/>
          <p:cNvSpPr/>
          <p:nvPr/>
        </p:nvSpPr>
        <p:spPr>
          <a:xfrm>
            <a:off x="3259195" y="506169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3259195" y="6689769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352052" y="9149679"/>
            <a:ext cx="3822998" cy="5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  <a:spcBef>
                <a:spcPct val="0"/>
              </a:spcBef>
            </a:pPr>
            <a:r>
              <a:rPr lang="en-US" sz="3343">
                <a:solidFill>
                  <a:srgbClr val="FDFAF4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Oferta válida por </a:t>
            </a:r>
            <a:r>
              <a:rPr lang="en-US" sz="3343" u="sng">
                <a:solidFill>
                  <a:srgbClr val="FDFAF4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7 dias</a:t>
            </a:r>
          </a:p>
        </p:txBody>
      </p:sp>
      <p:grpSp>
        <p:nvGrpSpPr>
          <p:cNvPr name="Group 18" id="18"/>
          <p:cNvGrpSpPr/>
          <p:nvPr/>
        </p:nvGrpSpPr>
        <p:grpSpPr>
          <a:xfrm rot="-10800000">
            <a:off x="4348361" y="2387817"/>
            <a:ext cx="9591279" cy="56851"/>
            <a:chOff x="0" y="0"/>
            <a:chExt cx="2002191" cy="118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02191" cy="11868"/>
            </a:xfrm>
            <a:custGeom>
              <a:avLst/>
              <a:gdLst/>
              <a:ahLst/>
              <a:cxnLst/>
              <a:rect r="r" b="b" t="t" l="l"/>
              <a:pathLst>
                <a:path h="11868" w="2002191">
                  <a:moveTo>
                    <a:pt x="0" y="0"/>
                  </a:moveTo>
                  <a:lnTo>
                    <a:pt x="2002191" y="0"/>
                  </a:lnTo>
                  <a:lnTo>
                    <a:pt x="2002191" y="11868"/>
                  </a:lnTo>
                  <a:lnTo>
                    <a:pt x="0" y="11868"/>
                  </a:ln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02191" cy="49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6188946" y="147645"/>
            <a:ext cx="1909700" cy="1938782"/>
          </a:xfrm>
          <a:custGeom>
            <a:avLst/>
            <a:gdLst/>
            <a:ahLst/>
            <a:cxnLst/>
            <a:rect r="r" b="b" t="t" l="l"/>
            <a:pathLst>
              <a:path h="1938782" w="1909700">
                <a:moveTo>
                  <a:pt x="0" y="0"/>
                </a:moveTo>
                <a:lnTo>
                  <a:pt x="1909701" y="0"/>
                </a:lnTo>
                <a:lnTo>
                  <a:pt x="1909701" y="1938782"/>
                </a:lnTo>
                <a:lnTo>
                  <a:pt x="0" y="1938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3516" y="766326"/>
            <a:ext cx="2048013" cy="994772"/>
            <a:chOff x="0" y="0"/>
            <a:chExt cx="2730684" cy="1326363"/>
          </a:xfrm>
        </p:grpSpPr>
        <p:sp>
          <p:nvSpPr>
            <p:cNvPr name="Freeform 3" id="3"/>
            <p:cNvSpPr/>
            <p:nvPr/>
          </p:nvSpPr>
          <p:spPr>
            <a:xfrm flipH="false" flipV="false" rot="1361212">
              <a:off x="128730" y="204566"/>
              <a:ext cx="1244770" cy="917232"/>
            </a:xfrm>
            <a:custGeom>
              <a:avLst/>
              <a:gdLst/>
              <a:ahLst/>
              <a:cxnLst/>
              <a:rect r="r" b="b" t="t" l="l"/>
              <a:pathLst>
                <a:path h="917232" w="1244770">
                  <a:moveTo>
                    <a:pt x="0" y="0"/>
                  </a:moveTo>
                  <a:lnTo>
                    <a:pt x="1244770" y="0"/>
                  </a:lnTo>
                  <a:lnTo>
                    <a:pt x="1244770" y="917231"/>
                  </a:lnTo>
                  <a:lnTo>
                    <a:pt x="0" y="917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8957" r="0" b="-546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291546" y="184968"/>
              <a:ext cx="1439138" cy="8897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78"/>
                </a:lnSpc>
                <a:spcBef>
                  <a:spcPct val="0"/>
                </a:spcBef>
              </a:pPr>
              <a:r>
                <a:rPr lang="en-US" b="true" sz="4055" spc="-263">
                  <a:solidFill>
                    <a:srgbClr val="212121"/>
                  </a:solidFill>
                  <a:latin typeface="Museo Moderno Semi-Bold"/>
                  <a:ea typeface="Museo Moderno Semi-Bold"/>
                  <a:cs typeface="Museo Moderno Semi-Bold"/>
                  <a:sym typeface="Museo Moderno Semi-Bold"/>
                </a:rPr>
                <a:t>blink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01529" y="9478812"/>
            <a:ext cx="550727" cy="553748"/>
          </a:xfrm>
          <a:custGeom>
            <a:avLst/>
            <a:gdLst/>
            <a:ahLst/>
            <a:cxnLst/>
            <a:rect r="r" b="b" t="t" l="l"/>
            <a:pathLst>
              <a:path h="553748" w="550727">
                <a:moveTo>
                  <a:pt x="0" y="0"/>
                </a:moveTo>
                <a:lnTo>
                  <a:pt x="550727" y="0"/>
                </a:lnTo>
                <a:lnTo>
                  <a:pt x="550727" y="553748"/>
                </a:lnTo>
                <a:lnTo>
                  <a:pt x="0" y="553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55698" y="9536160"/>
            <a:ext cx="577396" cy="444070"/>
          </a:xfrm>
          <a:custGeom>
            <a:avLst/>
            <a:gdLst/>
            <a:ahLst/>
            <a:cxnLst/>
            <a:rect r="r" b="b" t="t" l="l"/>
            <a:pathLst>
              <a:path h="444070" w="577396">
                <a:moveTo>
                  <a:pt x="0" y="0"/>
                </a:moveTo>
                <a:lnTo>
                  <a:pt x="577396" y="0"/>
                </a:lnTo>
                <a:lnTo>
                  <a:pt x="577396" y="444070"/>
                </a:lnTo>
                <a:lnTo>
                  <a:pt x="0" y="4440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38544" y="9565327"/>
            <a:ext cx="547927" cy="467233"/>
          </a:xfrm>
          <a:custGeom>
            <a:avLst/>
            <a:gdLst/>
            <a:ahLst/>
            <a:cxnLst/>
            <a:rect r="r" b="b" t="t" l="l"/>
            <a:pathLst>
              <a:path h="467233" w="547927">
                <a:moveTo>
                  <a:pt x="0" y="0"/>
                </a:moveTo>
                <a:lnTo>
                  <a:pt x="547927" y="0"/>
                </a:lnTo>
                <a:lnTo>
                  <a:pt x="547927" y="467233"/>
                </a:lnTo>
                <a:lnTo>
                  <a:pt x="0" y="4672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03707" y="4254267"/>
            <a:ext cx="6458774" cy="188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536"/>
              </a:lnSpc>
              <a:spcBef>
                <a:spcPct val="0"/>
              </a:spcBef>
            </a:pPr>
            <a:r>
              <a:rPr lang="en-US" sz="13096" i="true" spc="-654">
                <a:solidFill>
                  <a:srgbClr val="212121"/>
                </a:solidFill>
                <a:latin typeface="Noto Serif Condensed Italics"/>
                <a:ea typeface="Noto Serif Condensed Italics"/>
                <a:cs typeface="Noto Serif Condensed Italics"/>
                <a:sym typeface="Noto Serif Condensed Italics"/>
              </a:rPr>
              <a:t>Obrigado!</a:t>
            </a:r>
          </a:p>
        </p:txBody>
      </p:sp>
      <p:grpSp>
        <p:nvGrpSpPr>
          <p:cNvPr name="Group 9" id="9"/>
          <p:cNvGrpSpPr/>
          <p:nvPr/>
        </p:nvGrpSpPr>
        <p:grpSpPr>
          <a:xfrm rot="-4163014">
            <a:off x="12345463" y="3339151"/>
            <a:ext cx="1669091" cy="1620682"/>
            <a:chOff x="0" y="0"/>
            <a:chExt cx="2225455" cy="216091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684909"/>
              <a:ext cx="1476001" cy="1476001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41454" y="438909"/>
              <a:ext cx="984000" cy="984000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91092" y="0"/>
              <a:ext cx="684909" cy="684909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77983" y="0"/>
            <a:ext cx="25168347" cy="12824071"/>
          </a:xfrm>
          <a:custGeom>
            <a:avLst/>
            <a:gdLst/>
            <a:ahLst/>
            <a:cxnLst/>
            <a:rect r="r" b="b" t="t" l="l"/>
            <a:pathLst>
              <a:path h="12824071" w="25168347">
                <a:moveTo>
                  <a:pt x="0" y="0"/>
                </a:moveTo>
                <a:lnTo>
                  <a:pt x="25168347" y="0"/>
                </a:lnTo>
                <a:lnTo>
                  <a:pt x="25168347" y="12824071"/>
                </a:lnTo>
                <a:lnTo>
                  <a:pt x="0" y="12824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378" r="0" b="-1537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1212">
            <a:off x="8920757" y="8753226"/>
            <a:ext cx="1370868" cy="1010149"/>
          </a:xfrm>
          <a:custGeom>
            <a:avLst/>
            <a:gdLst/>
            <a:ahLst/>
            <a:cxnLst/>
            <a:rect r="r" b="b" t="t" l="l"/>
            <a:pathLst>
              <a:path h="1010149" w="1370868">
                <a:moveTo>
                  <a:pt x="0" y="0"/>
                </a:moveTo>
                <a:lnTo>
                  <a:pt x="1370867" y="0"/>
                </a:lnTo>
                <a:lnTo>
                  <a:pt x="1370867" y="1010148"/>
                </a:lnTo>
                <a:lnTo>
                  <a:pt x="0" y="101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957" r="0" b="-5460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42724" y="1104900"/>
            <a:ext cx="9255721" cy="119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67"/>
              </a:lnSpc>
              <a:spcBef>
                <a:spcPct val="0"/>
              </a:spcBef>
            </a:pPr>
            <a:r>
              <a:rPr lang="en-US" sz="8349">
                <a:gradFill>
                  <a:gsLst>
                    <a:gs pos="0">
                      <a:srgbClr val="343434">
                        <a:alpha val="100000"/>
                      </a:srgbClr>
                    </a:gs>
                    <a:gs pos="50000">
                      <a:srgbClr val="212121">
                        <a:alpha val="100000"/>
                      </a:srgbClr>
                    </a:gs>
                    <a:gs pos="100000">
                      <a:srgbClr val="34343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useo Moderno"/>
                <a:ea typeface="Museo Moderno"/>
                <a:cs typeface="Museo Moderno"/>
                <a:sym typeface="Museo Moderno"/>
              </a:rPr>
              <a:t>CASE DE</a:t>
            </a:r>
            <a:r>
              <a:rPr lang="en-US" b="true" sz="8349">
                <a:gradFill>
                  <a:gsLst>
                    <a:gs pos="0">
                      <a:srgbClr val="343434">
                        <a:alpha val="100000"/>
                      </a:srgbClr>
                    </a:gs>
                    <a:gs pos="50000">
                      <a:srgbClr val="212121">
                        <a:alpha val="100000"/>
                      </a:srgbClr>
                    </a:gs>
                    <a:gs pos="100000">
                      <a:srgbClr val="34343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useo Moderno Bold"/>
                <a:ea typeface="Museo Moderno Bold"/>
                <a:cs typeface="Museo Moderno Bold"/>
                <a:sym typeface="Museo Moderno Bold"/>
              </a:rPr>
              <a:t> SUCESSO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35689" y="-1438843"/>
            <a:ext cx="19759377" cy="13164685"/>
          </a:xfrm>
          <a:custGeom>
            <a:avLst/>
            <a:gdLst/>
            <a:ahLst/>
            <a:cxnLst/>
            <a:rect r="r" b="b" t="t" l="l"/>
            <a:pathLst>
              <a:path h="13164685" w="19759377">
                <a:moveTo>
                  <a:pt x="0" y="0"/>
                </a:moveTo>
                <a:lnTo>
                  <a:pt x="19759378" y="0"/>
                </a:lnTo>
                <a:lnTo>
                  <a:pt x="19759378" y="13164686"/>
                </a:lnTo>
                <a:lnTo>
                  <a:pt x="0" y="13164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378461">
            <a:off x="10290186" y="627456"/>
            <a:ext cx="1828436" cy="18284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378461">
            <a:off x="10263952" y="3939964"/>
            <a:ext cx="1880906" cy="188090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52E">
                    <a:alpha val="100000"/>
                  </a:srgbClr>
                </a:gs>
                <a:gs pos="50000">
                  <a:srgbClr val="FF6A00">
                    <a:alpha val="100000"/>
                  </a:srgbClr>
                </a:gs>
                <a:gs pos="100000">
                  <a:srgbClr val="F21A1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720436" y="1057706"/>
            <a:ext cx="967936" cy="967936"/>
          </a:xfrm>
          <a:custGeom>
            <a:avLst/>
            <a:gdLst/>
            <a:ahLst/>
            <a:cxnLst/>
            <a:rect r="r" b="b" t="t" l="l"/>
            <a:pathLst>
              <a:path h="967936" w="967936">
                <a:moveTo>
                  <a:pt x="0" y="0"/>
                </a:moveTo>
                <a:lnTo>
                  <a:pt x="967937" y="0"/>
                </a:lnTo>
                <a:lnTo>
                  <a:pt x="967937" y="967936"/>
                </a:lnTo>
                <a:lnTo>
                  <a:pt x="0" y="9679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037460" y="7214255"/>
            <a:ext cx="2491133" cy="2491133"/>
            <a:chOff x="0" y="0"/>
            <a:chExt cx="3321510" cy="3321510"/>
          </a:xfrm>
        </p:grpSpPr>
        <p:grpSp>
          <p:nvGrpSpPr>
            <p:cNvPr name="Group 11" id="11"/>
            <p:cNvGrpSpPr/>
            <p:nvPr/>
          </p:nvGrpSpPr>
          <p:grpSpPr>
            <a:xfrm rot="2378461">
              <a:off x="481268" y="481268"/>
              <a:ext cx="2358973" cy="2358973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52E">
                      <a:alpha val="100000"/>
                    </a:srgbClr>
                  </a:gs>
                  <a:gs pos="50000">
                    <a:srgbClr val="FF6A00">
                      <a:alpha val="100000"/>
                    </a:srgbClr>
                  </a:gs>
                  <a:gs pos="100000">
                    <a:srgbClr val="F21A1A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967470" y="922444"/>
              <a:ext cx="1379970" cy="1476621"/>
            </a:xfrm>
            <a:custGeom>
              <a:avLst/>
              <a:gdLst/>
              <a:ahLst/>
              <a:cxnLst/>
              <a:rect r="r" b="b" t="t" l="l"/>
              <a:pathLst>
                <a:path h="1476621" w="1379970">
                  <a:moveTo>
                    <a:pt x="0" y="0"/>
                  </a:moveTo>
                  <a:lnTo>
                    <a:pt x="1379970" y="0"/>
                  </a:lnTo>
                  <a:lnTo>
                    <a:pt x="1379970" y="1476622"/>
                  </a:lnTo>
                  <a:lnTo>
                    <a:pt x="0" y="1476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0837829" y="4280669"/>
            <a:ext cx="733151" cy="1253506"/>
          </a:xfrm>
          <a:custGeom>
            <a:avLst/>
            <a:gdLst/>
            <a:ahLst/>
            <a:cxnLst/>
            <a:rect r="r" b="b" t="t" l="l"/>
            <a:pathLst>
              <a:path h="1253506" w="733151">
                <a:moveTo>
                  <a:pt x="0" y="0"/>
                </a:moveTo>
                <a:lnTo>
                  <a:pt x="733151" y="0"/>
                </a:lnTo>
                <a:lnTo>
                  <a:pt x="733151" y="1253505"/>
                </a:lnTo>
                <a:lnTo>
                  <a:pt x="0" y="12535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0" y="685800"/>
            <a:ext cx="9459418" cy="9532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8"/>
              </a:lnSpc>
            </a:pPr>
            <a:r>
              <a:rPr lang="en-US" sz="26331" b="true">
                <a:gradFill>
                  <a:gsLst>
                    <a:gs pos="0">
                      <a:srgbClr val="343434">
                        <a:alpha val="100000"/>
                      </a:srgbClr>
                    </a:gs>
                    <a:gs pos="50000">
                      <a:srgbClr val="212121">
                        <a:alpha val="100000"/>
                      </a:srgbClr>
                    </a:gs>
                    <a:gs pos="100000">
                      <a:srgbClr val="34343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useo Moderno Bold"/>
                <a:ea typeface="Museo Moderno Bold"/>
                <a:cs typeface="Museo Moderno Bold"/>
                <a:sym typeface="Museo Moderno Bold"/>
              </a:rPr>
              <a:t>SO</a:t>
            </a:r>
          </a:p>
          <a:p>
            <a:pPr algn="l">
              <a:lnSpc>
                <a:spcPts val="24488"/>
              </a:lnSpc>
            </a:pPr>
            <a:r>
              <a:rPr lang="en-US" sz="26331" b="true">
                <a:gradFill>
                  <a:gsLst>
                    <a:gs pos="0">
                      <a:srgbClr val="343434">
                        <a:alpha val="100000"/>
                      </a:srgbClr>
                    </a:gs>
                    <a:gs pos="50000">
                      <a:srgbClr val="212121">
                        <a:alpha val="100000"/>
                      </a:srgbClr>
                    </a:gs>
                    <a:gs pos="100000">
                      <a:srgbClr val="34343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useo Moderno Bold"/>
                <a:ea typeface="Museo Moderno Bold"/>
                <a:cs typeface="Museo Moderno Bold"/>
                <a:sym typeface="Museo Moderno Bold"/>
              </a:rPr>
              <a:t>LU</a:t>
            </a:r>
          </a:p>
          <a:p>
            <a:pPr algn="l">
              <a:lnSpc>
                <a:spcPts val="24488"/>
              </a:lnSpc>
            </a:pPr>
            <a:r>
              <a:rPr lang="en-US" b="true" sz="26331">
                <a:gradFill>
                  <a:gsLst>
                    <a:gs pos="0">
                      <a:srgbClr val="343434">
                        <a:alpha val="100000"/>
                      </a:srgbClr>
                    </a:gs>
                    <a:gs pos="50000">
                      <a:srgbClr val="212121">
                        <a:alpha val="100000"/>
                      </a:srgbClr>
                    </a:gs>
                    <a:gs pos="100000">
                      <a:srgbClr val="34343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useo Moderno Bold"/>
                <a:ea typeface="Museo Moderno Bold"/>
                <a:cs typeface="Museo Moderno Bold"/>
                <a:sym typeface="Museo Moderno Bold"/>
              </a:rPr>
              <a:t>ÇÕES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1361212">
            <a:off x="16620520" y="8787603"/>
            <a:ext cx="1277560" cy="941393"/>
          </a:xfrm>
          <a:custGeom>
            <a:avLst/>
            <a:gdLst/>
            <a:ahLst/>
            <a:cxnLst/>
            <a:rect r="r" b="b" t="t" l="l"/>
            <a:pathLst>
              <a:path h="941393" w="1277560">
                <a:moveTo>
                  <a:pt x="0" y="0"/>
                </a:moveTo>
                <a:lnTo>
                  <a:pt x="1277560" y="0"/>
                </a:lnTo>
                <a:lnTo>
                  <a:pt x="1277560" y="941394"/>
                </a:lnTo>
                <a:lnTo>
                  <a:pt x="0" y="941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8957" r="0" b="-54606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DAHByJSqrqo</dc:identifier>
  <dcterms:modified xsi:type="dcterms:W3CDTF">2011-08-01T06:04:30Z</dcterms:modified>
  <cp:revision>1</cp:revision>
  <dc:title>Slide Guide - Blink</dc:title>
</cp:coreProperties>
</file>